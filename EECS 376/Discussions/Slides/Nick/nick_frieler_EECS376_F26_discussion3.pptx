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7" r:id="rId4"/>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a0ae1c5a5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fa0ae1c5a5_0_3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33" name="Google Shape;333;g3fa0ae1c5a5_0_3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a0ae1c5a5_0_6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3fa0ae1c5a5_0_6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42" name="Google Shape;342;g3fa0ae1c5a5_0_6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a0ae1c5a5_0_1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fa0ae1c5a5_0_13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50" name="Google Shape;350;g3fa0ae1c5a5_0_13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b279782ab_6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fb279782ab_6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b9f3fb9b4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fb9f3fb9b4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62" name="Google Shape;362;g3fb9f3fb9b4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b9f3fb9b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fb9f3fb9b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b9f3fb9b4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fb9f3fb9b4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b9f3fb9b4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b9f3fb9b4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b9f3fb9b4_1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fb9f3fb9b4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a17158995_16_3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g3fa17158995_16_3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a17158995_16_4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fa17158995_16_4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a17158995_16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fa17158995_16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fb9f3fb9b4_1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fb9f3fb9b4_1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b9f3fb9b4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fb9f3fb9b4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b9f3fb9b4_1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fb9f3fb9b4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b9f3fb9b4_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fb9f3fb9b4_1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fb9f3fb9b4_1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fb9f3fb9b4_1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fa17158995_16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fa17158995_16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fb9f3fb9b4_1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fb9f3fb9b4_1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fb9f3fb9b4_1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fb9f3fb9b4_1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65" name="Shape 65"/>
        <p:cNvGrpSpPr/>
        <p:nvPr/>
      </p:nvGrpSpPr>
      <p:grpSpPr>
        <a:xfrm>
          <a:off x="0" y="0"/>
          <a:ext cx="0" cy="0"/>
          <a:chOff x="0" y="0"/>
          <a:chExt cx="0" cy="0"/>
        </a:xfrm>
      </p:grpSpPr>
      <p:sp>
        <p:nvSpPr>
          <p:cNvPr id="66" name="Google Shape;66;p14"/>
          <p:cNvSpPr txBox="1"/>
          <p:nvPr>
            <p:ph type="ctrTitle"/>
          </p:nvPr>
        </p:nvSpPr>
        <p:spPr>
          <a:xfrm>
            <a:off x="1659399" y="1776610"/>
            <a:ext cx="5825400" cy="1234800"/>
          </a:xfrm>
          <a:prstGeom prst="rect">
            <a:avLst/>
          </a:prstGeom>
          <a:noFill/>
          <a:ln>
            <a:noFill/>
          </a:ln>
        </p:spPr>
        <p:txBody>
          <a:bodyPr anchorCtr="0" anchor="b" bIns="34275" lIns="68575" spcFirstLastPara="1" rIns="68575" wrap="square" tIns="34275">
            <a:noAutofit/>
          </a:bodyPr>
          <a:lstStyle>
            <a:lvl1pPr lvl="0" algn="ctr">
              <a:lnSpc>
                <a:spcPct val="100000"/>
              </a:lnSpc>
              <a:spcBef>
                <a:spcPts val="0"/>
              </a:spcBef>
              <a:spcAft>
                <a:spcPts val="0"/>
              </a:spcAft>
              <a:buClr>
                <a:schemeClr val="accent1"/>
              </a:buClr>
              <a:buSzPts val="4100"/>
              <a:buFont typeface="Trebuchet MS"/>
              <a:buNone/>
              <a:defRPr sz="41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4"/>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68" name="Google Shape;68;p14"/>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69" name="Google Shape;69;p14"/>
          <p:cNvPicPr preferRelativeResize="0"/>
          <p:nvPr/>
        </p:nvPicPr>
        <p:blipFill rotWithShape="1">
          <a:blip r:embed="rId2">
            <a:alphaModFix/>
          </a:blip>
          <a:srcRect b="14535" l="23448" r="24617" t="15279"/>
          <a:stretch/>
        </p:blipFill>
        <p:spPr>
          <a:xfrm>
            <a:off x="40426" y="4836797"/>
            <a:ext cx="375210" cy="285160"/>
          </a:xfrm>
          <a:prstGeom prst="rect">
            <a:avLst/>
          </a:prstGeom>
          <a:noFill/>
          <a:ln>
            <a:noFill/>
          </a:ln>
        </p:spPr>
      </p:pic>
      <p:cxnSp>
        <p:nvCxnSpPr>
          <p:cNvPr id="70" name="Google Shape;70;p14"/>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71" name="Google Shape;71;p14"/>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72" name="Google Shape;72;p14"/>
          <p:cNvPicPr preferRelativeResize="0"/>
          <p:nvPr/>
        </p:nvPicPr>
        <p:blipFill rotWithShape="1">
          <a:blip r:embed="rId3">
            <a:alphaModFix/>
          </a:blip>
          <a:srcRect b="36939" l="12819" r="12437" t="19481"/>
          <a:stretch/>
        </p:blipFill>
        <p:spPr>
          <a:xfrm>
            <a:off x="520157" y="4888645"/>
            <a:ext cx="697038" cy="18146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3" name="Shape 73"/>
        <p:cNvGrpSpPr/>
        <p:nvPr/>
      </p:nvGrpSpPr>
      <p:grpSpPr>
        <a:xfrm>
          <a:off x="0" y="0"/>
          <a:ext cx="0" cy="0"/>
          <a:chOff x="0" y="0"/>
          <a:chExt cx="0" cy="0"/>
        </a:xfrm>
      </p:grpSpPr>
      <p:sp>
        <p:nvSpPr>
          <p:cNvPr id="74" name="Google Shape;74;p15"/>
          <p:cNvSpPr txBox="1"/>
          <p:nvPr>
            <p:ph type="title"/>
          </p:nvPr>
        </p:nvSpPr>
        <p:spPr>
          <a:xfrm>
            <a:off x="508000" y="457200"/>
            <a:ext cx="8123400" cy="7452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2700"/>
              <a:buFont typeface="Trebuchet MS"/>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5"/>
          <p:cNvSpPr txBox="1"/>
          <p:nvPr>
            <p:ph idx="1" type="body"/>
          </p:nvPr>
        </p:nvSpPr>
        <p:spPr>
          <a:xfrm>
            <a:off x="508000" y="1202500"/>
            <a:ext cx="8123400" cy="33285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76" name="Google Shape;76;p15"/>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5"/>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5"/>
          <p:cNvSpPr txBox="1"/>
          <p:nvPr>
            <p:ph idx="12" type="sldNum"/>
          </p:nvPr>
        </p:nvSpPr>
        <p:spPr>
          <a:xfrm>
            <a:off x="8631496" y="4844255"/>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79" name="Shape 79"/>
        <p:cNvGrpSpPr/>
        <p:nvPr/>
      </p:nvGrpSpPr>
      <p:grpSpPr>
        <a:xfrm>
          <a:off x="0" y="0"/>
          <a:ext cx="0" cy="0"/>
          <a:chOff x="0" y="0"/>
          <a:chExt cx="0" cy="0"/>
        </a:xfrm>
      </p:grpSpPr>
      <p:sp>
        <p:nvSpPr>
          <p:cNvPr id="80" name="Google Shape;80;p16"/>
          <p:cNvSpPr txBox="1"/>
          <p:nvPr>
            <p:ph type="ctrTitle"/>
          </p:nvPr>
        </p:nvSpPr>
        <p:spPr>
          <a:xfrm>
            <a:off x="1695529" y="521804"/>
            <a:ext cx="5825400" cy="1073400"/>
          </a:xfrm>
          <a:prstGeom prst="rect">
            <a:avLst/>
          </a:prstGeom>
          <a:noFill/>
          <a:ln>
            <a:noFill/>
          </a:ln>
        </p:spPr>
        <p:txBody>
          <a:bodyPr anchorCtr="0" anchor="b" bIns="34275" lIns="68575" spcFirstLastPara="1" rIns="68575" wrap="square" tIns="34275">
            <a:noAutofit/>
          </a:bodyPr>
          <a:lstStyle>
            <a:lvl1pPr lvl="0" algn="ctr">
              <a:lnSpc>
                <a:spcPct val="100000"/>
              </a:lnSpc>
              <a:spcBef>
                <a:spcPts val="0"/>
              </a:spcBef>
              <a:spcAft>
                <a:spcPts val="0"/>
              </a:spcAft>
              <a:buClr>
                <a:schemeClr val="accent1"/>
              </a:buClr>
              <a:buSzPts val="2700"/>
              <a:buFont typeface="Trebuchet MS"/>
              <a:buNone/>
              <a:defRPr sz="27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6"/>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82" name="Google Shape;82;p16"/>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83" name="Google Shape;83;p16"/>
          <p:cNvPicPr preferRelativeResize="0"/>
          <p:nvPr/>
        </p:nvPicPr>
        <p:blipFill rotWithShape="1">
          <a:blip r:embed="rId2">
            <a:alphaModFix/>
          </a:blip>
          <a:srcRect b="14535" l="23448" r="24617" t="15279"/>
          <a:stretch/>
        </p:blipFill>
        <p:spPr>
          <a:xfrm>
            <a:off x="40426" y="4836797"/>
            <a:ext cx="375210" cy="285160"/>
          </a:xfrm>
          <a:prstGeom prst="rect">
            <a:avLst/>
          </a:prstGeom>
          <a:noFill/>
          <a:ln>
            <a:noFill/>
          </a:ln>
        </p:spPr>
      </p:pic>
      <p:cxnSp>
        <p:nvCxnSpPr>
          <p:cNvPr id="84" name="Google Shape;84;p16"/>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85" name="Google Shape;85;p16"/>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86" name="Google Shape;86;p16"/>
          <p:cNvPicPr preferRelativeResize="0"/>
          <p:nvPr/>
        </p:nvPicPr>
        <p:blipFill rotWithShape="1">
          <a:blip r:embed="rId3">
            <a:alphaModFix/>
          </a:blip>
          <a:srcRect b="36939" l="12819" r="12437" t="19481"/>
          <a:stretch/>
        </p:blipFill>
        <p:spPr>
          <a:xfrm>
            <a:off x="532367" y="4886531"/>
            <a:ext cx="697038" cy="181466"/>
          </a:xfrm>
          <a:prstGeom prst="rect">
            <a:avLst/>
          </a:prstGeom>
          <a:noFill/>
          <a:ln>
            <a:noFill/>
          </a:ln>
        </p:spPr>
      </p:pic>
      <p:sp>
        <p:nvSpPr>
          <p:cNvPr id="87" name="Google Shape;87;p16"/>
          <p:cNvSpPr txBox="1"/>
          <p:nvPr>
            <p:ph idx="1" type="subTitle"/>
          </p:nvPr>
        </p:nvSpPr>
        <p:spPr>
          <a:xfrm>
            <a:off x="2080910" y="4265465"/>
            <a:ext cx="5054400" cy="56940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800"/>
              </a:spcBef>
              <a:spcAft>
                <a:spcPts val="0"/>
              </a:spcAft>
              <a:buSzPts val="1100"/>
              <a:buChar char="►"/>
              <a:defRPr/>
            </a:lvl1pPr>
            <a:lvl2pPr lvl="1" algn="l">
              <a:lnSpc>
                <a:spcPct val="100000"/>
              </a:lnSpc>
              <a:spcBef>
                <a:spcPts val="800"/>
              </a:spcBef>
              <a:spcAft>
                <a:spcPts val="0"/>
              </a:spcAft>
              <a:buSzPts val="1100"/>
              <a:buChar char="►"/>
              <a:defRPr/>
            </a:lvl2pPr>
            <a:lvl3pPr lvl="2" algn="l">
              <a:lnSpc>
                <a:spcPct val="100000"/>
              </a:lnSpc>
              <a:spcBef>
                <a:spcPts val="800"/>
              </a:spcBef>
              <a:spcAft>
                <a:spcPts val="0"/>
              </a:spcAft>
              <a:buSzPts val="1100"/>
              <a:buChar char="►"/>
              <a:defRPr/>
            </a:lvl3pPr>
            <a:lvl4pPr lvl="3" algn="l">
              <a:lnSpc>
                <a:spcPct val="100000"/>
              </a:lnSpc>
              <a:spcBef>
                <a:spcPts val="800"/>
              </a:spcBef>
              <a:spcAft>
                <a:spcPts val="0"/>
              </a:spcAft>
              <a:buSzPts val="1100"/>
              <a:buChar char="►"/>
              <a:defRPr/>
            </a:lvl4pPr>
            <a:lvl5pPr lvl="4" algn="l">
              <a:lnSpc>
                <a:spcPct val="100000"/>
              </a:lnSpc>
              <a:spcBef>
                <a:spcPts val="800"/>
              </a:spcBef>
              <a:spcAft>
                <a:spcPts val="0"/>
              </a:spcAft>
              <a:buSzPts val="1100"/>
              <a:buChar char="►"/>
              <a:defRPr/>
            </a:lvl5pPr>
            <a:lvl6pPr lvl="5" algn="l">
              <a:lnSpc>
                <a:spcPct val="100000"/>
              </a:lnSpc>
              <a:spcBef>
                <a:spcPts val="800"/>
              </a:spcBef>
              <a:spcAft>
                <a:spcPts val="0"/>
              </a:spcAft>
              <a:buSzPts val="1100"/>
              <a:buChar char="►"/>
              <a:defRPr/>
            </a:lvl6pPr>
            <a:lvl7pPr lvl="6" algn="l">
              <a:lnSpc>
                <a:spcPct val="100000"/>
              </a:lnSpc>
              <a:spcBef>
                <a:spcPts val="800"/>
              </a:spcBef>
              <a:spcAft>
                <a:spcPts val="0"/>
              </a:spcAft>
              <a:buSzPts val="1100"/>
              <a:buChar char="►"/>
              <a:defRPr/>
            </a:lvl7pPr>
            <a:lvl8pPr lvl="7" algn="l">
              <a:lnSpc>
                <a:spcPct val="100000"/>
              </a:lnSpc>
              <a:spcBef>
                <a:spcPts val="800"/>
              </a:spcBef>
              <a:spcAft>
                <a:spcPts val="0"/>
              </a:spcAft>
              <a:buSzPts val="1100"/>
              <a:buChar char="►"/>
              <a:defRPr/>
            </a:lvl8pPr>
            <a:lvl9pPr lvl="8" algn="l">
              <a:lnSpc>
                <a:spcPct val="100000"/>
              </a:lnSpc>
              <a:spcBef>
                <a:spcPts val="800"/>
              </a:spcBef>
              <a:spcAft>
                <a:spcPts val="0"/>
              </a:spcAft>
              <a:buSzPts val="11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 name="Shape 88"/>
        <p:cNvGrpSpPr/>
        <p:nvPr/>
      </p:nvGrpSpPr>
      <p:grpSpPr>
        <a:xfrm>
          <a:off x="0" y="0"/>
          <a:ext cx="0" cy="0"/>
          <a:chOff x="0" y="0"/>
          <a:chExt cx="0" cy="0"/>
        </a:xfrm>
      </p:grpSpPr>
      <p:sp>
        <p:nvSpPr>
          <p:cNvPr id="89" name="Google Shape;89;p17"/>
          <p:cNvSpPr txBox="1"/>
          <p:nvPr>
            <p:ph type="title"/>
          </p:nvPr>
        </p:nvSpPr>
        <p:spPr>
          <a:xfrm>
            <a:off x="508001" y="2025650"/>
            <a:ext cx="6447600" cy="1370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3000"/>
              <a:buFont typeface="Trebuchet MS"/>
              <a:buNone/>
              <a:defRPr b="0"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 name="Google Shape;90;p17"/>
          <p:cNvSpPr txBox="1"/>
          <p:nvPr>
            <p:ph idx="1" type="body"/>
          </p:nvPr>
        </p:nvSpPr>
        <p:spPr>
          <a:xfrm>
            <a:off x="508001" y="3395586"/>
            <a:ext cx="6447600" cy="6453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200"/>
              <a:buNone/>
              <a:defRPr sz="1500">
                <a:solidFill>
                  <a:srgbClr val="7F7F7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91" name="Google Shape;91;p17"/>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7"/>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7"/>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4" name="Shape 94"/>
        <p:cNvGrpSpPr/>
        <p:nvPr/>
      </p:nvGrpSpPr>
      <p:grpSpPr>
        <a:xfrm>
          <a:off x="0" y="0"/>
          <a:ext cx="0" cy="0"/>
          <a:chOff x="0" y="0"/>
          <a:chExt cx="0" cy="0"/>
        </a:xfrm>
      </p:grpSpPr>
      <p:sp>
        <p:nvSpPr>
          <p:cNvPr id="95" name="Google Shape;95;p18"/>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8"/>
          <p:cNvSpPr txBox="1"/>
          <p:nvPr>
            <p:ph idx="1" type="body"/>
          </p:nvPr>
        </p:nvSpPr>
        <p:spPr>
          <a:xfrm>
            <a:off x="508001" y="1620442"/>
            <a:ext cx="3138000" cy="2910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97" name="Google Shape;97;p18"/>
          <p:cNvSpPr txBox="1"/>
          <p:nvPr>
            <p:ph idx="2" type="body"/>
          </p:nvPr>
        </p:nvSpPr>
        <p:spPr>
          <a:xfrm>
            <a:off x="3817478" y="1620442"/>
            <a:ext cx="3138000" cy="2910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98" name="Google Shape;98;p18"/>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 name="Google Shape;99;p18"/>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18"/>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1" name="Shape 101"/>
        <p:cNvGrpSpPr/>
        <p:nvPr/>
      </p:nvGrpSpPr>
      <p:grpSpPr>
        <a:xfrm>
          <a:off x="0" y="0"/>
          <a:ext cx="0" cy="0"/>
          <a:chOff x="0" y="0"/>
          <a:chExt cx="0" cy="0"/>
        </a:xfrm>
      </p:grpSpPr>
      <p:sp>
        <p:nvSpPr>
          <p:cNvPr id="102" name="Google Shape;102;p19"/>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2700"/>
              <a:buFont typeface="Trebuchet M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 name="Google Shape;103;p19"/>
          <p:cNvSpPr txBox="1"/>
          <p:nvPr>
            <p:ph idx="1" type="body"/>
          </p:nvPr>
        </p:nvSpPr>
        <p:spPr>
          <a:xfrm>
            <a:off x="506809" y="1620737"/>
            <a:ext cx="3139200" cy="4323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None/>
              <a:defRPr b="0" sz="1800"/>
            </a:lvl1pPr>
            <a:lvl2pPr indent="-228600" lvl="1" marL="914400" algn="l">
              <a:lnSpc>
                <a:spcPct val="100000"/>
              </a:lnSpc>
              <a:spcBef>
                <a:spcPts val="800"/>
              </a:spcBef>
              <a:spcAft>
                <a:spcPts val="0"/>
              </a:spcAft>
              <a:buSzPts val="1200"/>
              <a:buNone/>
              <a:defRPr b="1" sz="1500"/>
            </a:lvl2pPr>
            <a:lvl3pPr indent="-228600" lvl="2" marL="1371600" algn="l">
              <a:lnSpc>
                <a:spcPct val="100000"/>
              </a:lnSpc>
              <a:spcBef>
                <a:spcPts val="800"/>
              </a:spcBef>
              <a:spcAft>
                <a:spcPts val="0"/>
              </a:spcAft>
              <a:buSzPts val="1100"/>
              <a:buNone/>
              <a:defRPr b="1" sz="1400"/>
            </a:lvl3pPr>
            <a:lvl4pPr indent="-228600" lvl="3" marL="1828800" algn="l">
              <a:lnSpc>
                <a:spcPct val="100000"/>
              </a:lnSpc>
              <a:spcBef>
                <a:spcPts val="800"/>
              </a:spcBef>
              <a:spcAft>
                <a:spcPts val="0"/>
              </a:spcAft>
              <a:buSzPts val="1000"/>
              <a:buNone/>
              <a:defRPr b="1" sz="1200"/>
            </a:lvl4pPr>
            <a:lvl5pPr indent="-228600" lvl="4" marL="2286000" algn="l">
              <a:lnSpc>
                <a:spcPct val="100000"/>
              </a:lnSpc>
              <a:spcBef>
                <a:spcPts val="800"/>
              </a:spcBef>
              <a:spcAft>
                <a:spcPts val="0"/>
              </a:spcAft>
              <a:buSzPts val="1000"/>
              <a:buNone/>
              <a:defRPr b="1" sz="1200"/>
            </a:lvl5pPr>
            <a:lvl6pPr indent="-228600" lvl="5" marL="2743200" algn="l">
              <a:lnSpc>
                <a:spcPct val="100000"/>
              </a:lnSpc>
              <a:spcBef>
                <a:spcPts val="800"/>
              </a:spcBef>
              <a:spcAft>
                <a:spcPts val="0"/>
              </a:spcAft>
              <a:buSzPts val="1000"/>
              <a:buNone/>
              <a:defRPr b="1" sz="1200"/>
            </a:lvl6pPr>
            <a:lvl7pPr indent="-228600" lvl="6" marL="3200400" algn="l">
              <a:lnSpc>
                <a:spcPct val="100000"/>
              </a:lnSpc>
              <a:spcBef>
                <a:spcPts val="800"/>
              </a:spcBef>
              <a:spcAft>
                <a:spcPts val="0"/>
              </a:spcAft>
              <a:buSzPts val="1000"/>
              <a:buNone/>
              <a:defRPr b="1" sz="1200"/>
            </a:lvl7pPr>
            <a:lvl8pPr indent="-228600" lvl="7" marL="3657600" algn="l">
              <a:lnSpc>
                <a:spcPct val="100000"/>
              </a:lnSpc>
              <a:spcBef>
                <a:spcPts val="800"/>
              </a:spcBef>
              <a:spcAft>
                <a:spcPts val="0"/>
              </a:spcAft>
              <a:buSzPts val="1000"/>
              <a:buNone/>
              <a:defRPr b="1" sz="1200"/>
            </a:lvl8pPr>
            <a:lvl9pPr indent="-228600" lvl="8" marL="4114800" algn="l">
              <a:lnSpc>
                <a:spcPct val="100000"/>
              </a:lnSpc>
              <a:spcBef>
                <a:spcPts val="800"/>
              </a:spcBef>
              <a:spcAft>
                <a:spcPts val="0"/>
              </a:spcAft>
              <a:buSzPts val="1000"/>
              <a:buNone/>
              <a:defRPr b="1" sz="1200"/>
            </a:lvl9pPr>
          </a:lstStyle>
          <a:p/>
        </p:txBody>
      </p:sp>
      <p:sp>
        <p:nvSpPr>
          <p:cNvPr id="104" name="Google Shape;104;p19"/>
          <p:cNvSpPr txBox="1"/>
          <p:nvPr>
            <p:ph idx="2" type="body"/>
          </p:nvPr>
        </p:nvSpPr>
        <p:spPr>
          <a:xfrm>
            <a:off x="506809" y="2052934"/>
            <a:ext cx="3139200" cy="24783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05" name="Google Shape;105;p19"/>
          <p:cNvSpPr txBox="1"/>
          <p:nvPr>
            <p:ph idx="3" type="body"/>
          </p:nvPr>
        </p:nvSpPr>
        <p:spPr>
          <a:xfrm>
            <a:off x="3816287" y="1620737"/>
            <a:ext cx="3139200" cy="4323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None/>
              <a:defRPr b="0" sz="1800"/>
            </a:lvl1pPr>
            <a:lvl2pPr indent="-228600" lvl="1" marL="914400" algn="l">
              <a:lnSpc>
                <a:spcPct val="100000"/>
              </a:lnSpc>
              <a:spcBef>
                <a:spcPts val="800"/>
              </a:spcBef>
              <a:spcAft>
                <a:spcPts val="0"/>
              </a:spcAft>
              <a:buSzPts val="1200"/>
              <a:buNone/>
              <a:defRPr b="1" sz="1500"/>
            </a:lvl2pPr>
            <a:lvl3pPr indent="-228600" lvl="2" marL="1371600" algn="l">
              <a:lnSpc>
                <a:spcPct val="100000"/>
              </a:lnSpc>
              <a:spcBef>
                <a:spcPts val="800"/>
              </a:spcBef>
              <a:spcAft>
                <a:spcPts val="0"/>
              </a:spcAft>
              <a:buSzPts val="1100"/>
              <a:buNone/>
              <a:defRPr b="1" sz="1400"/>
            </a:lvl3pPr>
            <a:lvl4pPr indent="-228600" lvl="3" marL="1828800" algn="l">
              <a:lnSpc>
                <a:spcPct val="100000"/>
              </a:lnSpc>
              <a:spcBef>
                <a:spcPts val="800"/>
              </a:spcBef>
              <a:spcAft>
                <a:spcPts val="0"/>
              </a:spcAft>
              <a:buSzPts val="1000"/>
              <a:buNone/>
              <a:defRPr b="1" sz="1200"/>
            </a:lvl4pPr>
            <a:lvl5pPr indent="-228600" lvl="4" marL="2286000" algn="l">
              <a:lnSpc>
                <a:spcPct val="100000"/>
              </a:lnSpc>
              <a:spcBef>
                <a:spcPts val="800"/>
              </a:spcBef>
              <a:spcAft>
                <a:spcPts val="0"/>
              </a:spcAft>
              <a:buSzPts val="1000"/>
              <a:buNone/>
              <a:defRPr b="1" sz="1200"/>
            </a:lvl5pPr>
            <a:lvl6pPr indent="-228600" lvl="5" marL="2743200" algn="l">
              <a:lnSpc>
                <a:spcPct val="100000"/>
              </a:lnSpc>
              <a:spcBef>
                <a:spcPts val="800"/>
              </a:spcBef>
              <a:spcAft>
                <a:spcPts val="0"/>
              </a:spcAft>
              <a:buSzPts val="1000"/>
              <a:buNone/>
              <a:defRPr b="1" sz="1200"/>
            </a:lvl6pPr>
            <a:lvl7pPr indent="-228600" lvl="6" marL="3200400" algn="l">
              <a:lnSpc>
                <a:spcPct val="100000"/>
              </a:lnSpc>
              <a:spcBef>
                <a:spcPts val="800"/>
              </a:spcBef>
              <a:spcAft>
                <a:spcPts val="0"/>
              </a:spcAft>
              <a:buSzPts val="1000"/>
              <a:buNone/>
              <a:defRPr b="1" sz="1200"/>
            </a:lvl7pPr>
            <a:lvl8pPr indent="-228600" lvl="7" marL="3657600" algn="l">
              <a:lnSpc>
                <a:spcPct val="100000"/>
              </a:lnSpc>
              <a:spcBef>
                <a:spcPts val="800"/>
              </a:spcBef>
              <a:spcAft>
                <a:spcPts val="0"/>
              </a:spcAft>
              <a:buSzPts val="1000"/>
              <a:buNone/>
              <a:defRPr b="1" sz="1200"/>
            </a:lvl8pPr>
            <a:lvl9pPr indent="-228600" lvl="8" marL="4114800" algn="l">
              <a:lnSpc>
                <a:spcPct val="100000"/>
              </a:lnSpc>
              <a:spcBef>
                <a:spcPts val="800"/>
              </a:spcBef>
              <a:spcAft>
                <a:spcPts val="0"/>
              </a:spcAft>
              <a:buSzPts val="1000"/>
              <a:buNone/>
              <a:defRPr b="1" sz="1200"/>
            </a:lvl9pPr>
          </a:lstStyle>
          <a:p/>
        </p:txBody>
      </p:sp>
      <p:sp>
        <p:nvSpPr>
          <p:cNvPr id="106" name="Google Shape;106;p19"/>
          <p:cNvSpPr txBox="1"/>
          <p:nvPr>
            <p:ph idx="4" type="body"/>
          </p:nvPr>
        </p:nvSpPr>
        <p:spPr>
          <a:xfrm>
            <a:off x="3816288" y="2052934"/>
            <a:ext cx="3139200" cy="24783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07" name="Google Shape;107;p19"/>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19"/>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19"/>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p20"/>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20"/>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20"/>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0"/>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5" name="Shape 115"/>
        <p:cNvGrpSpPr/>
        <p:nvPr/>
      </p:nvGrpSpPr>
      <p:grpSpPr>
        <a:xfrm>
          <a:off x="0" y="0"/>
          <a:ext cx="0" cy="0"/>
          <a:chOff x="0" y="0"/>
          <a:chExt cx="0" cy="0"/>
        </a:xfrm>
      </p:grpSpPr>
      <p:sp>
        <p:nvSpPr>
          <p:cNvPr id="116" name="Google Shape;116;p21"/>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1"/>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1"/>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9" name="Shape 119"/>
        <p:cNvGrpSpPr/>
        <p:nvPr/>
      </p:nvGrpSpPr>
      <p:grpSpPr>
        <a:xfrm>
          <a:off x="0" y="0"/>
          <a:ext cx="0" cy="0"/>
          <a:chOff x="0" y="0"/>
          <a:chExt cx="0" cy="0"/>
        </a:xfrm>
      </p:grpSpPr>
      <p:sp>
        <p:nvSpPr>
          <p:cNvPr id="120" name="Google Shape;120;p22"/>
          <p:cNvSpPr txBox="1"/>
          <p:nvPr>
            <p:ph type="title"/>
          </p:nvPr>
        </p:nvSpPr>
        <p:spPr>
          <a:xfrm>
            <a:off x="508001" y="1123953"/>
            <a:ext cx="2890800" cy="959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1500"/>
              <a:buFont typeface="Trebuchet MS"/>
              <a:buNone/>
              <a:defRPr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2"/>
          <p:cNvSpPr txBox="1"/>
          <p:nvPr>
            <p:ph idx="1" type="body"/>
          </p:nvPr>
        </p:nvSpPr>
        <p:spPr>
          <a:xfrm>
            <a:off x="3570346" y="386193"/>
            <a:ext cx="3385200" cy="41448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22" name="Google Shape;122;p22"/>
          <p:cNvSpPr txBox="1"/>
          <p:nvPr>
            <p:ph idx="2" type="body"/>
          </p:nvPr>
        </p:nvSpPr>
        <p:spPr>
          <a:xfrm>
            <a:off x="508001" y="2082802"/>
            <a:ext cx="2890800" cy="19383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800"/>
              <a:buNone/>
              <a:defRPr sz="1100"/>
            </a:lvl1pPr>
            <a:lvl2pPr indent="-228600" lvl="1" marL="914400" algn="l">
              <a:lnSpc>
                <a:spcPct val="100000"/>
              </a:lnSpc>
              <a:spcBef>
                <a:spcPts val="800"/>
              </a:spcBef>
              <a:spcAft>
                <a:spcPts val="0"/>
              </a:spcAft>
              <a:buSzPts val="800"/>
              <a:buNone/>
              <a:defRPr sz="1100"/>
            </a:lvl2pPr>
            <a:lvl3pPr indent="-228600" lvl="2" marL="1371600" algn="l">
              <a:lnSpc>
                <a:spcPct val="100000"/>
              </a:lnSpc>
              <a:spcBef>
                <a:spcPts val="800"/>
              </a:spcBef>
              <a:spcAft>
                <a:spcPts val="0"/>
              </a:spcAft>
              <a:buSzPts val="700"/>
              <a:buNone/>
              <a:defRPr sz="900"/>
            </a:lvl3pPr>
            <a:lvl4pPr indent="-228600" lvl="3" marL="1828800" algn="l">
              <a:lnSpc>
                <a:spcPct val="100000"/>
              </a:lnSpc>
              <a:spcBef>
                <a:spcPts val="800"/>
              </a:spcBef>
              <a:spcAft>
                <a:spcPts val="0"/>
              </a:spcAft>
              <a:buSzPts val="600"/>
              <a:buNone/>
              <a:defRPr sz="800"/>
            </a:lvl4pPr>
            <a:lvl5pPr indent="-228600" lvl="4" marL="2286000" algn="l">
              <a:lnSpc>
                <a:spcPct val="100000"/>
              </a:lnSpc>
              <a:spcBef>
                <a:spcPts val="800"/>
              </a:spcBef>
              <a:spcAft>
                <a:spcPts val="0"/>
              </a:spcAft>
              <a:buSzPts val="600"/>
              <a:buNone/>
              <a:defRPr sz="800"/>
            </a:lvl5pPr>
            <a:lvl6pPr indent="-228600" lvl="5" marL="2743200" algn="l">
              <a:lnSpc>
                <a:spcPct val="100000"/>
              </a:lnSpc>
              <a:spcBef>
                <a:spcPts val="800"/>
              </a:spcBef>
              <a:spcAft>
                <a:spcPts val="0"/>
              </a:spcAft>
              <a:buSzPts val="600"/>
              <a:buNone/>
              <a:defRPr sz="800"/>
            </a:lvl6pPr>
            <a:lvl7pPr indent="-228600" lvl="6" marL="3200400" algn="l">
              <a:lnSpc>
                <a:spcPct val="100000"/>
              </a:lnSpc>
              <a:spcBef>
                <a:spcPts val="800"/>
              </a:spcBef>
              <a:spcAft>
                <a:spcPts val="0"/>
              </a:spcAft>
              <a:buSzPts val="600"/>
              <a:buNone/>
              <a:defRPr sz="800"/>
            </a:lvl7pPr>
            <a:lvl8pPr indent="-228600" lvl="7" marL="3657600" algn="l">
              <a:lnSpc>
                <a:spcPct val="100000"/>
              </a:lnSpc>
              <a:spcBef>
                <a:spcPts val="800"/>
              </a:spcBef>
              <a:spcAft>
                <a:spcPts val="0"/>
              </a:spcAft>
              <a:buSzPts val="600"/>
              <a:buNone/>
              <a:defRPr sz="800"/>
            </a:lvl8pPr>
            <a:lvl9pPr indent="-228600" lvl="8" marL="4114800" algn="l">
              <a:lnSpc>
                <a:spcPct val="100000"/>
              </a:lnSpc>
              <a:spcBef>
                <a:spcPts val="800"/>
              </a:spcBef>
              <a:spcAft>
                <a:spcPts val="0"/>
              </a:spcAft>
              <a:buSzPts val="600"/>
              <a:buNone/>
              <a:defRPr sz="800"/>
            </a:lvl9pPr>
          </a:lstStyle>
          <a:p/>
        </p:txBody>
      </p:sp>
      <p:sp>
        <p:nvSpPr>
          <p:cNvPr id="123" name="Google Shape;123;p22"/>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2"/>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5" name="Google Shape;125;p22"/>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6" name="Shape 126"/>
        <p:cNvGrpSpPr/>
        <p:nvPr/>
      </p:nvGrpSpPr>
      <p:grpSpPr>
        <a:xfrm>
          <a:off x="0" y="0"/>
          <a:ext cx="0" cy="0"/>
          <a:chOff x="0" y="0"/>
          <a:chExt cx="0" cy="0"/>
        </a:xfrm>
      </p:grpSpPr>
      <p:sp>
        <p:nvSpPr>
          <p:cNvPr id="127" name="Google Shape;127;p23"/>
          <p:cNvSpPr txBox="1"/>
          <p:nvPr>
            <p:ph type="title"/>
          </p:nvPr>
        </p:nvSpPr>
        <p:spPr>
          <a:xfrm>
            <a:off x="508000" y="3600450"/>
            <a:ext cx="6447600" cy="425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1800"/>
              <a:buFont typeface="Trebuchet MS"/>
              <a:buNone/>
              <a:defRPr b="0"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23"/>
          <p:cNvSpPr/>
          <p:nvPr>
            <p:ph idx="2" type="pic"/>
          </p:nvPr>
        </p:nvSpPr>
        <p:spPr>
          <a:xfrm>
            <a:off x="508000" y="457200"/>
            <a:ext cx="6447600" cy="2884200"/>
          </a:xfrm>
          <a:prstGeom prst="rect">
            <a:avLst/>
          </a:prstGeom>
          <a:noFill/>
          <a:ln>
            <a:noFill/>
          </a:ln>
        </p:spPr>
      </p:sp>
      <p:sp>
        <p:nvSpPr>
          <p:cNvPr id="129" name="Google Shape;129;p23"/>
          <p:cNvSpPr txBox="1"/>
          <p:nvPr>
            <p:ph idx="1" type="body"/>
          </p:nvPr>
        </p:nvSpPr>
        <p:spPr>
          <a:xfrm>
            <a:off x="508000" y="4025504"/>
            <a:ext cx="6447600" cy="50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700"/>
              <a:buNone/>
              <a:defRPr sz="900"/>
            </a:lvl1pPr>
            <a:lvl2pPr indent="-228600" lvl="1" marL="914400" algn="l">
              <a:lnSpc>
                <a:spcPct val="100000"/>
              </a:lnSpc>
              <a:spcBef>
                <a:spcPts val="800"/>
              </a:spcBef>
              <a:spcAft>
                <a:spcPts val="0"/>
              </a:spcAft>
              <a:buSzPts val="700"/>
              <a:buNone/>
              <a:defRPr sz="900"/>
            </a:lvl2pPr>
            <a:lvl3pPr indent="-228600" lvl="2" marL="1371600" algn="l">
              <a:lnSpc>
                <a:spcPct val="100000"/>
              </a:lnSpc>
              <a:spcBef>
                <a:spcPts val="800"/>
              </a:spcBef>
              <a:spcAft>
                <a:spcPts val="0"/>
              </a:spcAft>
              <a:buSzPts val="600"/>
              <a:buNone/>
              <a:defRPr sz="800"/>
            </a:lvl3pPr>
            <a:lvl4pPr indent="-228600" lvl="3" marL="1828800" algn="l">
              <a:lnSpc>
                <a:spcPct val="100000"/>
              </a:lnSpc>
              <a:spcBef>
                <a:spcPts val="800"/>
              </a:spcBef>
              <a:spcAft>
                <a:spcPts val="0"/>
              </a:spcAft>
              <a:buSzPts val="500"/>
              <a:buNone/>
              <a:defRPr sz="700"/>
            </a:lvl4pPr>
            <a:lvl5pPr indent="-228600" lvl="4" marL="2286000" algn="l">
              <a:lnSpc>
                <a:spcPct val="100000"/>
              </a:lnSpc>
              <a:spcBef>
                <a:spcPts val="800"/>
              </a:spcBef>
              <a:spcAft>
                <a:spcPts val="0"/>
              </a:spcAft>
              <a:buSzPts val="500"/>
              <a:buNone/>
              <a:defRPr sz="700"/>
            </a:lvl5pPr>
            <a:lvl6pPr indent="-228600" lvl="5" marL="2743200" algn="l">
              <a:lnSpc>
                <a:spcPct val="100000"/>
              </a:lnSpc>
              <a:spcBef>
                <a:spcPts val="800"/>
              </a:spcBef>
              <a:spcAft>
                <a:spcPts val="0"/>
              </a:spcAft>
              <a:buSzPts val="500"/>
              <a:buNone/>
              <a:defRPr sz="700"/>
            </a:lvl6pPr>
            <a:lvl7pPr indent="-228600" lvl="6" marL="3200400" algn="l">
              <a:lnSpc>
                <a:spcPct val="100000"/>
              </a:lnSpc>
              <a:spcBef>
                <a:spcPts val="800"/>
              </a:spcBef>
              <a:spcAft>
                <a:spcPts val="0"/>
              </a:spcAft>
              <a:buSzPts val="500"/>
              <a:buNone/>
              <a:defRPr sz="700"/>
            </a:lvl7pPr>
            <a:lvl8pPr indent="-228600" lvl="7" marL="3657600" algn="l">
              <a:lnSpc>
                <a:spcPct val="100000"/>
              </a:lnSpc>
              <a:spcBef>
                <a:spcPts val="800"/>
              </a:spcBef>
              <a:spcAft>
                <a:spcPts val="0"/>
              </a:spcAft>
              <a:buSzPts val="500"/>
              <a:buNone/>
              <a:defRPr sz="700"/>
            </a:lvl8pPr>
            <a:lvl9pPr indent="-228600" lvl="8" marL="4114800" algn="l">
              <a:lnSpc>
                <a:spcPct val="100000"/>
              </a:lnSpc>
              <a:spcBef>
                <a:spcPts val="800"/>
              </a:spcBef>
              <a:spcAft>
                <a:spcPts val="0"/>
              </a:spcAft>
              <a:buSzPts val="500"/>
              <a:buNone/>
              <a:defRPr sz="700"/>
            </a:lvl9pPr>
          </a:lstStyle>
          <a:p/>
        </p:txBody>
      </p:sp>
      <p:sp>
        <p:nvSpPr>
          <p:cNvPr id="130" name="Google Shape;130;p23"/>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1" name="Google Shape;131;p23"/>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2" name="Google Shape;132;p23"/>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3" name="Shape 133"/>
        <p:cNvGrpSpPr/>
        <p:nvPr/>
      </p:nvGrpSpPr>
      <p:grpSpPr>
        <a:xfrm>
          <a:off x="0" y="0"/>
          <a:ext cx="0" cy="0"/>
          <a:chOff x="0" y="0"/>
          <a:chExt cx="0" cy="0"/>
        </a:xfrm>
      </p:grpSpPr>
      <p:sp>
        <p:nvSpPr>
          <p:cNvPr id="134" name="Google Shape;134;p24"/>
          <p:cNvSpPr txBox="1"/>
          <p:nvPr>
            <p:ph type="title"/>
          </p:nvPr>
        </p:nvSpPr>
        <p:spPr>
          <a:xfrm>
            <a:off x="1348250" y="1907609"/>
            <a:ext cx="6447600" cy="13281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35" name="Shape 135"/>
        <p:cNvGrpSpPr/>
        <p:nvPr/>
      </p:nvGrpSpPr>
      <p:grpSpPr>
        <a:xfrm>
          <a:off x="0" y="0"/>
          <a:ext cx="0" cy="0"/>
          <a:chOff x="0" y="0"/>
          <a:chExt cx="0" cy="0"/>
        </a:xfrm>
      </p:grpSpPr>
      <p:sp>
        <p:nvSpPr>
          <p:cNvPr id="136" name="Google Shape;136;p25"/>
          <p:cNvSpPr txBox="1"/>
          <p:nvPr>
            <p:ph type="title"/>
          </p:nvPr>
        </p:nvSpPr>
        <p:spPr>
          <a:xfrm>
            <a:off x="698501" y="457200"/>
            <a:ext cx="6070500" cy="2266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5"/>
          <p:cNvSpPr txBox="1"/>
          <p:nvPr>
            <p:ph idx="1" type="body"/>
          </p:nvPr>
        </p:nvSpPr>
        <p:spPr>
          <a:xfrm>
            <a:off x="1024604" y="2724150"/>
            <a:ext cx="5418600" cy="28590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800"/>
              </a:spcBef>
              <a:spcAft>
                <a:spcPts val="0"/>
              </a:spcAft>
              <a:buSzPts val="1000"/>
              <a:buFont typeface="Trebuchet MS"/>
              <a:buNone/>
              <a:defRPr sz="1200">
                <a:solidFill>
                  <a:srgbClr val="7F7F7F"/>
                </a:solidFill>
              </a:defRPr>
            </a:lvl1pPr>
            <a:lvl2pPr indent="-228600" lvl="1" marL="914400" algn="l">
              <a:lnSpc>
                <a:spcPct val="100000"/>
              </a:lnSpc>
              <a:spcBef>
                <a:spcPts val="800"/>
              </a:spcBef>
              <a:spcAft>
                <a:spcPts val="0"/>
              </a:spcAft>
              <a:buSzPts val="1000"/>
              <a:buFont typeface="Trebuchet MS"/>
              <a:buNone/>
              <a:defRPr/>
            </a:lvl2pPr>
            <a:lvl3pPr indent="-228600" lvl="2" marL="1371600" algn="l">
              <a:lnSpc>
                <a:spcPct val="100000"/>
              </a:lnSpc>
              <a:spcBef>
                <a:spcPts val="800"/>
              </a:spcBef>
              <a:spcAft>
                <a:spcPts val="0"/>
              </a:spcAft>
              <a:buSzPts val="800"/>
              <a:buFont typeface="Trebuchet MS"/>
              <a:buNone/>
              <a:defRPr/>
            </a:lvl3pPr>
            <a:lvl4pPr indent="-228600" lvl="3" marL="1828800" algn="l">
              <a:lnSpc>
                <a:spcPct val="100000"/>
              </a:lnSpc>
              <a:spcBef>
                <a:spcPts val="800"/>
              </a:spcBef>
              <a:spcAft>
                <a:spcPts val="0"/>
              </a:spcAft>
              <a:buSzPts val="700"/>
              <a:buFont typeface="Trebuchet MS"/>
              <a:buNone/>
              <a:defRPr/>
            </a:lvl4pPr>
            <a:lvl5pPr indent="-228600" lvl="4" marL="2286000" algn="l">
              <a:lnSpc>
                <a:spcPct val="100000"/>
              </a:lnSpc>
              <a:spcBef>
                <a:spcPts val="800"/>
              </a:spcBef>
              <a:spcAft>
                <a:spcPts val="0"/>
              </a:spcAft>
              <a:buSzPts val="700"/>
              <a:buFont typeface="Trebuchet MS"/>
              <a:buNone/>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38" name="Google Shape;138;p25"/>
          <p:cNvSpPr txBox="1"/>
          <p:nvPr>
            <p:ph idx="2" type="body"/>
          </p:nvPr>
        </p:nvSpPr>
        <p:spPr>
          <a:xfrm>
            <a:off x="508001" y="3352800"/>
            <a:ext cx="6447600" cy="11784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3F3F3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139" name="Google Shape;139;p25"/>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 name="Google Shape;140;p25"/>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5"/>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142" name="Google Shape;142;p25"/>
          <p:cNvSpPr txBox="1"/>
          <p:nvPr/>
        </p:nvSpPr>
        <p:spPr>
          <a:xfrm>
            <a:off x="406402" y="592784"/>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143" name="Google Shape;143;p25"/>
          <p:cNvSpPr txBox="1"/>
          <p:nvPr/>
        </p:nvSpPr>
        <p:spPr>
          <a:xfrm>
            <a:off x="6669758" y="2164917"/>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400" u="none" cap="none" strike="noStrike">
              <a:solidFill>
                <a:srgbClr val="007FF9"/>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44" name="Shape 144"/>
        <p:cNvGrpSpPr/>
        <p:nvPr/>
      </p:nvGrpSpPr>
      <p:grpSpPr>
        <a:xfrm>
          <a:off x="0" y="0"/>
          <a:ext cx="0" cy="0"/>
          <a:chOff x="0" y="0"/>
          <a:chExt cx="0" cy="0"/>
        </a:xfrm>
      </p:grpSpPr>
      <p:sp>
        <p:nvSpPr>
          <p:cNvPr id="145" name="Google Shape;145;p26"/>
          <p:cNvSpPr txBox="1"/>
          <p:nvPr>
            <p:ph type="title"/>
          </p:nvPr>
        </p:nvSpPr>
        <p:spPr>
          <a:xfrm>
            <a:off x="508001" y="1448991"/>
            <a:ext cx="6447600" cy="19467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 name="Google Shape;146;p26"/>
          <p:cNvSpPr txBox="1"/>
          <p:nvPr>
            <p:ph idx="1"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3F3F3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147" name="Google Shape;147;p26"/>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26"/>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9" name="Google Shape;149;p26"/>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50" name="Shape 150"/>
        <p:cNvGrpSpPr/>
        <p:nvPr/>
      </p:nvGrpSpPr>
      <p:grpSpPr>
        <a:xfrm>
          <a:off x="0" y="0"/>
          <a:ext cx="0" cy="0"/>
          <a:chOff x="0" y="0"/>
          <a:chExt cx="0" cy="0"/>
        </a:xfrm>
      </p:grpSpPr>
      <p:sp>
        <p:nvSpPr>
          <p:cNvPr id="151" name="Google Shape;151;p27"/>
          <p:cNvSpPr txBox="1"/>
          <p:nvPr>
            <p:ph type="title"/>
          </p:nvPr>
        </p:nvSpPr>
        <p:spPr>
          <a:xfrm>
            <a:off x="698501" y="457200"/>
            <a:ext cx="6070500" cy="2266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2" name="Google Shape;152;p27"/>
          <p:cNvSpPr txBox="1"/>
          <p:nvPr>
            <p:ph idx="1" type="body"/>
          </p:nvPr>
        </p:nvSpPr>
        <p:spPr>
          <a:xfrm>
            <a:off x="507999" y="3009900"/>
            <a:ext cx="6447600" cy="3858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Font typeface="Trebuchet MS"/>
              <a:buNone/>
              <a:defRPr sz="1800">
                <a:solidFill>
                  <a:srgbClr val="3F3F3F"/>
                </a:solidFill>
              </a:defRPr>
            </a:lvl1pPr>
            <a:lvl2pPr indent="-228600" lvl="1" marL="914400" algn="l">
              <a:lnSpc>
                <a:spcPct val="100000"/>
              </a:lnSpc>
              <a:spcBef>
                <a:spcPts val="800"/>
              </a:spcBef>
              <a:spcAft>
                <a:spcPts val="0"/>
              </a:spcAft>
              <a:buSzPts val="1000"/>
              <a:buFont typeface="Trebuchet MS"/>
              <a:buNone/>
              <a:defRPr/>
            </a:lvl2pPr>
            <a:lvl3pPr indent="-228600" lvl="2" marL="1371600" algn="l">
              <a:lnSpc>
                <a:spcPct val="100000"/>
              </a:lnSpc>
              <a:spcBef>
                <a:spcPts val="800"/>
              </a:spcBef>
              <a:spcAft>
                <a:spcPts val="0"/>
              </a:spcAft>
              <a:buSzPts val="800"/>
              <a:buFont typeface="Trebuchet MS"/>
              <a:buNone/>
              <a:defRPr/>
            </a:lvl3pPr>
            <a:lvl4pPr indent="-228600" lvl="3" marL="1828800" algn="l">
              <a:lnSpc>
                <a:spcPct val="100000"/>
              </a:lnSpc>
              <a:spcBef>
                <a:spcPts val="800"/>
              </a:spcBef>
              <a:spcAft>
                <a:spcPts val="0"/>
              </a:spcAft>
              <a:buSzPts val="700"/>
              <a:buFont typeface="Trebuchet MS"/>
              <a:buNone/>
              <a:defRPr/>
            </a:lvl4pPr>
            <a:lvl5pPr indent="-228600" lvl="4" marL="2286000" algn="l">
              <a:lnSpc>
                <a:spcPct val="100000"/>
              </a:lnSpc>
              <a:spcBef>
                <a:spcPts val="800"/>
              </a:spcBef>
              <a:spcAft>
                <a:spcPts val="0"/>
              </a:spcAft>
              <a:buSzPts val="700"/>
              <a:buFont typeface="Trebuchet MS"/>
              <a:buNone/>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53" name="Google Shape;153;p27"/>
          <p:cNvSpPr txBox="1"/>
          <p:nvPr>
            <p:ph idx="2"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7F7F7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154" name="Google Shape;154;p27"/>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27"/>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27"/>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157" name="Google Shape;157;p27"/>
          <p:cNvSpPr txBox="1"/>
          <p:nvPr/>
        </p:nvSpPr>
        <p:spPr>
          <a:xfrm>
            <a:off x="406402" y="592784"/>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158" name="Google Shape;158;p27"/>
          <p:cNvSpPr txBox="1"/>
          <p:nvPr/>
        </p:nvSpPr>
        <p:spPr>
          <a:xfrm>
            <a:off x="6669758" y="2164917"/>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59" name="Shape 159"/>
        <p:cNvGrpSpPr/>
        <p:nvPr/>
      </p:nvGrpSpPr>
      <p:grpSpPr>
        <a:xfrm>
          <a:off x="0" y="0"/>
          <a:ext cx="0" cy="0"/>
          <a:chOff x="0" y="0"/>
          <a:chExt cx="0" cy="0"/>
        </a:xfrm>
      </p:grpSpPr>
      <p:sp>
        <p:nvSpPr>
          <p:cNvPr id="160" name="Google Shape;160;p28"/>
          <p:cNvSpPr txBox="1"/>
          <p:nvPr>
            <p:ph type="title"/>
          </p:nvPr>
        </p:nvSpPr>
        <p:spPr>
          <a:xfrm>
            <a:off x="514349" y="457200"/>
            <a:ext cx="6441000" cy="2266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1" name="Google Shape;161;p28"/>
          <p:cNvSpPr txBox="1"/>
          <p:nvPr>
            <p:ph idx="1" type="body"/>
          </p:nvPr>
        </p:nvSpPr>
        <p:spPr>
          <a:xfrm>
            <a:off x="507999" y="3009900"/>
            <a:ext cx="6447600" cy="3858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Font typeface="Trebuchet MS"/>
              <a:buNone/>
              <a:defRPr sz="1800">
                <a:solidFill>
                  <a:schemeClr val="accent1"/>
                </a:solidFill>
              </a:defRPr>
            </a:lvl1pPr>
            <a:lvl2pPr indent="-228600" lvl="1" marL="914400" algn="l">
              <a:lnSpc>
                <a:spcPct val="100000"/>
              </a:lnSpc>
              <a:spcBef>
                <a:spcPts val="800"/>
              </a:spcBef>
              <a:spcAft>
                <a:spcPts val="0"/>
              </a:spcAft>
              <a:buSzPts val="1000"/>
              <a:buFont typeface="Trebuchet MS"/>
              <a:buNone/>
              <a:defRPr/>
            </a:lvl2pPr>
            <a:lvl3pPr indent="-228600" lvl="2" marL="1371600" algn="l">
              <a:lnSpc>
                <a:spcPct val="100000"/>
              </a:lnSpc>
              <a:spcBef>
                <a:spcPts val="800"/>
              </a:spcBef>
              <a:spcAft>
                <a:spcPts val="0"/>
              </a:spcAft>
              <a:buSzPts val="800"/>
              <a:buFont typeface="Trebuchet MS"/>
              <a:buNone/>
              <a:defRPr/>
            </a:lvl3pPr>
            <a:lvl4pPr indent="-228600" lvl="3" marL="1828800" algn="l">
              <a:lnSpc>
                <a:spcPct val="100000"/>
              </a:lnSpc>
              <a:spcBef>
                <a:spcPts val="800"/>
              </a:spcBef>
              <a:spcAft>
                <a:spcPts val="0"/>
              </a:spcAft>
              <a:buSzPts val="700"/>
              <a:buFont typeface="Trebuchet MS"/>
              <a:buNone/>
              <a:defRPr/>
            </a:lvl4pPr>
            <a:lvl5pPr indent="-228600" lvl="4" marL="2286000" algn="l">
              <a:lnSpc>
                <a:spcPct val="100000"/>
              </a:lnSpc>
              <a:spcBef>
                <a:spcPts val="800"/>
              </a:spcBef>
              <a:spcAft>
                <a:spcPts val="0"/>
              </a:spcAft>
              <a:buSzPts val="700"/>
              <a:buFont typeface="Trebuchet MS"/>
              <a:buNone/>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62" name="Google Shape;162;p28"/>
          <p:cNvSpPr txBox="1"/>
          <p:nvPr>
            <p:ph idx="2"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7F7F7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163" name="Google Shape;163;p28"/>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4" name="Google Shape;164;p28"/>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5" name="Google Shape;165;p28"/>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6" name="Shape 166"/>
        <p:cNvGrpSpPr/>
        <p:nvPr/>
      </p:nvGrpSpPr>
      <p:grpSpPr>
        <a:xfrm>
          <a:off x="0" y="0"/>
          <a:ext cx="0" cy="0"/>
          <a:chOff x="0" y="0"/>
          <a:chExt cx="0" cy="0"/>
        </a:xfrm>
      </p:grpSpPr>
      <p:sp>
        <p:nvSpPr>
          <p:cNvPr id="167" name="Google Shape;167;p29"/>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 name="Google Shape;168;p29"/>
          <p:cNvSpPr txBox="1"/>
          <p:nvPr>
            <p:ph idx="1" type="body"/>
          </p:nvPr>
        </p:nvSpPr>
        <p:spPr>
          <a:xfrm rot="5400000">
            <a:off x="2276401" y="-148058"/>
            <a:ext cx="2910600" cy="6447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69" name="Google Shape;169;p29"/>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0" name="Google Shape;170;p29"/>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 name="Google Shape;171;p29"/>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2" name="Shape 172"/>
        <p:cNvGrpSpPr/>
        <p:nvPr/>
      </p:nvGrpSpPr>
      <p:grpSpPr>
        <a:xfrm>
          <a:off x="0" y="0"/>
          <a:ext cx="0" cy="0"/>
          <a:chOff x="0" y="0"/>
          <a:chExt cx="0" cy="0"/>
        </a:xfrm>
      </p:grpSpPr>
      <p:sp>
        <p:nvSpPr>
          <p:cNvPr id="173" name="Google Shape;173;p30"/>
          <p:cNvSpPr txBox="1"/>
          <p:nvPr>
            <p:ph type="title"/>
          </p:nvPr>
        </p:nvSpPr>
        <p:spPr>
          <a:xfrm rot="5400000">
            <a:off x="4495662" y="1937249"/>
            <a:ext cx="3938700" cy="978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4" name="Google Shape;174;p30"/>
          <p:cNvSpPr txBox="1"/>
          <p:nvPr>
            <p:ph idx="1" type="body"/>
          </p:nvPr>
        </p:nvSpPr>
        <p:spPr>
          <a:xfrm rot="5400000">
            <a:off x="1186264" y="-220950"/>
            <a:ext cx="3938700" cy="52950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75" name="Google Shape;175;p30"/>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 name="Google Shape;176;p30"/>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7" name="Google Shape;177;p30"/>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aption">
  <p:cSld name="1_Title and Caption">
    <p:spTree>
      <p:nvGrpSpPr>
        <p:cNvPr id="178" name="Shape 178"/>
        <p:cNvGrpSpPr/>
        <p:nvPr/>
      </p:nvGrpSpPr>
      <p:grpSpPr>
        <a:xfrm>
          <a:off x="0" y="0"/>
          <a:ext cx="0" cy="0"/>
          <a:chOff x="0" y="0"/>
          <a:chExt cx="0" cy="0"/>
        </a:xfrm>
      </p:grpSpPr>
      <p:sp>
        <p:nvSpPr>
          <p:cNvPr id="179" name="Google Shape;179;p31"/>
          <p:cNvSpPr txBox="1"/>
          <p:nvPr>
            <p:ph type="title"/>
          </p:nvPr>
        </p:nvSpPr>
        <p:spPr>
          <a:xfrm>
            <a:off x="1024700" y="1864811"/>
            <a:ext cx="6447600" cy="13281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31"/>
          <p:cNvSpPr txBox="1"/>
          <p:nvPr>
            <p:ph idx="1" type="body"/>
          </p:nvPr>
        </p:nvSpPr>
        <p:spPr>
          <a:xfrm>
            <a:off x="508001" y="3352800"/>
            <a:ext cx="6447600" cy="11784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3F3F3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181" name="Google Shape;181;p31"/>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2" name="Google Shape;182;p31"/>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3" name="Google Shape;183;p31"/>
          <p:cNvSpPr txBox="1"/>
          <p:nvPr>
            <p:ph idx="12" type="sldNum"/>
          </p:nvPr>
        </p:nvSpPr>
        <p:spPr>
          <a:xfrm>
            <a:off x="0" y="0"/>
            <a:ext cx="2250000" cy="22500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84" name="Shape 184"/>
        <p:cNvGrpSpPr/>
        <p:nvPr/>
      </p:nvGrpSpPr>
      <p:grpSpPr>
        <a:xfrm>
          <a:off x="0" y="0"/>
          <a:ext cx="0" cy="0"/>
          <a:chOff x="0" y="0"/>
          <a:chExt cx="0" cy="0"/>
        </a:xfrm>
      </p:grpSpPr>
      <p:sp>
        <p:nvSpPr>
          <p:cNvPr id="185" name="Google Shape;185;p32"/>
          <p:cNvSpPr txBox="1"/>
          <p:nvPr>
            <p:ph type="title"/>
          </p:nvPr>
        </p:nvSpPr>
        <p:spPr>
          <a:xfrm>
            <a:off x="508000" y="457200"/>
            <a:ext cx="81234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2700"/>
              <a:buFont typeface="Trebuchet MS"/>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6" name="Google Shape;186;p32"/>
          <p:cNvSpPr txBox="1"/>
          <p:nvPr>
            <p:ph idx="1" type="body"/>
          </p:nvPr>
        </p:nvSpPr>
        <p:spPr>
          <a:xfrm>
            <a:off x="508000" y="1620442"/>
            <a:ext cx="8123400" cy="2910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187" name="Google Shape;187;p32"/>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8" name="Google Shape;188;p32"/>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9" name="Google Shape;189;p32"/>
          <p:cNvSpPr txBox="1"/>
          <p:nvPr>
            <p:ph idx="12" type="sldNum"/>
          </p:nvPr>
        </p:nvSpPr>
        <p:spPr>
          <a:xfrm>
            <a:off x="8631496" y="4844255"/>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205" name="Shape 205"/>
        <p:cNvGrpSpPr/>
        <p:nvPr/>
      </p:nvGrpSpPr>
      <p:grpSpPr>
        <a:xfrm>
          <a:off x="0" y="0"/>
          <a:ext cx="0" cy="0"/>
          <a:chOff x="0" y="0"/>
          <a:chExt cx="0" cy="0"/>
        </a:xfrm>
      </p:grpSpPr>
      <p:sp>
        <p:nvSpPr>
          <p:cNvPr id="206" name="Google Shape;206;p34"/>
          <p:cNvSpPr txBox="1"/>
          <p:nvPr>
            <p:ph type="ctrTitle"/>
          </p:nvPr>
        </p:nvSpPr>
        <p:spPr>
          <a:xfrm>
            <a:off x="1659399" y="1776610"/>
            <a:ext cx="5825400" cy="1234800"/>
          </a:xfrm>
          <a:prstGeom prst="rect">
            <a:avLst/>
          </a:prstGeom>
          <a:noFill/>
          <a:ln>
            <a:noFill/>
          </a:ln>
        </p:spPr>
        <p:txBody>
          <a:bodyPr anchorCtr="0" anchor="b" bIns="34275" lIns="68575" spcFirstLastPara="1" rIns="68575" wrap="square" tIns="34275">
            <a:noAutofit/>
          </a:bodyPr>
          <a:lstStyle>
            <a:lvl1pPr lvl="0" algn="ctr">
              <a:lnSpc>
                <a:spcPct val="100000"/>
              </a:lnSpc>
              <a:spcBef>
                <a:spcPts val="0"/>
              </a:spcBef>
              <a:spcAft>
                <a:spcPts val="0"/>
              </a:spcAft>
              <a:buClr>
                <a:schemeClr val="accent1"/>
              </a:buClr>
              <a:buSzPts val="4100"/>
              <a:buFont typeface="Trebuchet MS"/>
              <a:buNone/>
              <a:defRPr sz="41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7" name="Google Shape;207;p34"/>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08" name="Google Shape;208;p34"/>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209" name="Google Shape;209;p34"/>
          <p:cNvPicPr preferRelativeResize="0"/>
          <p:nvPr/>
        </p:nvPicPr>
        <p:blipFill rotWithShape="1">
          <a:blip r:embed="rId2">
            <a:alphaModFix/>
          </a:blip>
          <a:srcRect b="14535" l="23447" r="24621" t="15279"/>
          <a:stretch/>
        </p:blipFill>
        <p:spPr>
          <a:xfrm>
            <a:off x="40426" y="4836797"/>
            <a:ext cx="375210" cy="285160"/>
          </a:xfrm>
          <a:prstGeom prst="rect">
            <a:avLst/>
          </a:prstGeom>
          <a:noFill/>
          <a:ln>
            <a:noFill/>
          </a:ln>
        </p:spPr>
      </p:pic>
      <p:cxnSp>
        <p:nvCxnSpPr>
          <p:cNvPr id="210" name="Google Shape;210;p34"/>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211" name="Google Shape;211;p34"/>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212" name="Google Shape;212;p34"/>
          <p:cNvPicPr preferRelativeResize="0"/>
          <p:nvPr/>
        </p:nvPicPr>
        <p:blipFill rotWithShape="1">
          <a:blip r:embed="rId3">
            <a:alphaModFix/>
          </a:blip>
          <a:srcRect b="36939" l="12819" r="12437" t="19481"/>
          <a:stretch/>
        </p:blipFill>
        <p:spPr>
          <a:xfrm>
            <a:off x="520157" y="4888645"/>
            <a:ext cx="697038" cy="18146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3" name="Shape 213"/>
        <p:cNvGrpSpPr/>
        <p:nvPr/>
      </p:nvGrpSpPr>
      <p:grpSpPr>
        <a:xfrm>
          <a:off x="0" y="0"/>
          <a:ext cx="0" cy="0"/>
          <a:chOff x="0" y="0"/>
          <a:chExt cx="0" cy="0"/>
        </a:xfrm>
      </p:grpSpPr>
      <p:sp>
        <p:nvSpPr>
          <p:cNvPr id="214" name="Google Shape;214;p35"/>
          <p:cNvSpPr txBox="1"/>
          <p:nvPr>
            <p:ph type="title"/>
          </p:nvPr>
        </p:nvSpPr>
        <p:spPr>
          <a:xfrm>
            <a:off x="508000" y="457200"/>
            <a:ext cx="8123400" cy="7452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2700"/>
              <a:buFont typeface="Trebuchet MS"/>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5" name="Google Shape;215;p35"/>
          <p:cNvSpPr txBox="1"/>
          <p:nvPr>
            <p:ph idx="1" type="body"/>
          </p:nvPr>
        </p:nvSpPr>
        <p:spPr>
          <a:xfrm>
            <a:off x="508000" y="1202500"/>
            <a:ext cx="8123400" cy="33285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16" name="Google Shape;216;p35"/>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7" name="Google Shape;217;p35"/>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8" name="Google Shape;218;p35"/>
          <p:cNvSpPr txBox="1"/>
          <p:nvPr>
            <p:ph idx="12" type="sldNum"/>
          </p:nvPr>
        </p:nvSpPr>
        <p:spPr>
          <a:xfrm>
            <a:off x="8631496" y="4844255"/>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219" name="Shape 219"/>
        <p:cNvGrpSpPr/>
        <p:nvPr/>
      </p:nvGrpSpPr>
      <p:grpSpPr>
        <a:xfrm>
          <a:off x="0" y="0"/>
          <a:ext cx="0" cy="0"/>
          <a:chOff x="0" y="0"/>
          <a:chExt cx="0" cy="0"/>
        </a:xfrm>
      </p:grpSpPr>
      <p:sp>
        <p:nvSpPr>
          <p:cNvPr id="220" name="Google Shape;220;p36"/>
          <p:cNvSpPr txBox="1"/>
          <p:nvPr>
            <p:ph type="title"/>
          </p:nvPr>
        </p:nvSpPr>
        <p:spPr>
          <a:xfrm>
            <a:off x="1348250" y="1907609"/>
            <a:ext cx="6447600" cy="13281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21" name="Shape 221"/>
        <p:cNvGrpSpPr/>
        <p:nvPr/>
      </p:nvGrpSpPr>
      <p:grpSpPr>
        <a:xfrm>
          <a:off x="0" y="0"/>
          <a:ext cx="0" cy="0"/>
          <a:chOff x="0" y="0"/>
          <a:chExt cx="0" cy="0"/>
        </a:xfrm>
      </p:grpSpPr>
      <p:sp>
        <p:nvSpPr>
          <p:cNvPr id="222" name="Google Shape;222;p37"/>
          <p:cNvSpPr txBox="1"/>
          <p:nvPr>
            <p:ph type="ctrTitle"/>
          </p:nvPr>
        </p:nvSpPr>
        <p:spPr>
          <a:xfrm>
            <a:off x="1695529" y="521804"/>
            <a:ext cx="5825400" cy="1073400"/>
          </a:xfrm>
          <a:prstGeom prst="rect">
            <a:avLst/>
          </a:prstGeom>
          <a:noFill/>
          <a:ln>
            <a:noFill/>
          </a:ln>
        </p:spPr>
        <p:txBody>
          <a:bodyPr anchorCtr="0" anchor="b" bIns="34275" lIns="68575" spcFirstLastPara="1" rIns="68575" wrap="square" tIns="34275">
            <a:noAutofit/>
          </a:bodyPr>
          <a:lstStyle>
            <a:lvl1pPr lvl="0" algn="ctr">
              <a:lnSpc>
                <a:spcPct val="100000"/>
              </a:lnSpc>
              <a:spcBef>
                <a:spcPts val="0"/>
              </a:spcBef>
              <a:spcAft>
                <a:spcPts val="0"/>
              </a:spcAft>
              <a:buClr>
                <a:schemeClr val="accent1"/>
              </a:buClr>
              <a:buSzPts val="2700"/>
              <a:buFont typeface="Trebuchet MS"/>
              <a:buNone/>
              <a:defRPr sz="27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3" name="Google Shape;223;p37"/>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24" name="Google Shape;224;p37"/>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225" name="Google Shape;225;p37"/>
          <p:cNvPicPr preferRelativeResize="0"/>
          <p:nvPr/>
        </p:nvPicPr>
        <p:blipFill rotWithShape="1">
          <a:blip r:embed="rId2">
            <a:alphaModFix/>
          </a:blip>
          <a:srcRect b="14535" l="23447" r="24621" t="15279"/>
          <a:stretch/>
        </p:blipFill>
        <p:spPr>
          <a:xfrm>
            <a:off x="40426" y="4836797"/>
            <a:ext cx="375210" cy="285160"/>
          </a:xfrm>
          <a:prstGeom prst="rect">
            <a:avLst/>
          </a:prstGeom>
          <a:noFill/>
          <a:ln>
            <a:noFill/>
          </a:ln>
        </p:spPr>
      </p:pic>
      <p:cxnSp>
        <p:nvCxnSpPr>
          <p:cNvPr id="226" name="Google Shape;226;p37"/>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227" name="Google Shape;227;p37"/>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228" name="Google Shape;228;p37"/>
          <p:cNvPicPr preferRelativeResize="0"/>
          <p:nvPr/>
        </p:nvPicPr>
        <p:blipFill rotWithShape="1">
          <a:blip r:embed="rId3">
            <a:alphaModFix/>
          </a:blip>
          <a:srcRect b="36939" l="12819" r="12437" t="19481"/>
          <a:stretch/>
        </p:blipFill>
        <p:spPr>
          <a:xfrm>
            <a:off x="532367" y="4886531"/>
            <a:ext cx="697038" cy="181466"/>
          </a:xfrm>
          <a:prstGeom prst="rect">
            <a:avLst/>
          </a:prstGeom>
          <a:noFill/>
          <a:ln>
            <a:noFill/>
          </a:ln>
        </p:spPr>
      </p:pic>
      <p:sp>
        <p:nvSpPr>
          <p:cNvPr id="229" name="Google Shape;229;p37"/>
          <p:cNvSpPr txBox="1"/>
          <p:nvPr>
            <p:ph idx="1" type="subTitle"/>
          </p:nvPr>
        </p:nvSpPr>
        <p:spPr>
          <a:xfrm>
            <a:off x="2080910" y="4265465"/>
            <a:ext cx="5054400" cy="56940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800"/>
              </a:spcBef>
              <a:spcAft>
                <a:spcPts val="0"/>
              </a:spcAft>
              <a:buSzPts val="1100"/>
              <a:buChar char="►"/>
              <a:defRPr/>
            </a:lvl1pPr>
            <a:lvl2pPr lvl="1" algn="l">
              <a:lnSpc>
                <a:spcPct val="100000"/>
              </a:lnSpc>
              <a:spcBef>
                <a:spcPts val="800"/>
              </a:spcBef>
              <a:spcAft>
                <a:spcPts val="0"/>
              </a:spcAft>
              <a:buSzPts val="1100"/>
              <a:buChar char="►"/>
              <a:defRPr/>
            </a:lvl2pPr>
            <a:lvl3pPr lvl="2" algn="l">
              <a:lnSpc>
                <a:spcPct val="100000"/>
              </a:lnSpc>
              <a:spcBef>
                <a:spcPts val="800"/>
              </a:spcBef>
              <a:spcAft>
                <a:spcPts val="0"/>
              </a:spcAft>
              <a:buSzPts val="1100"/>
              <a:buChar char="►"/>
              <a:defRPr/>
            </a:lvl3pPr>
            <a:lvl4pPr lvl="3" algn="l">
              <a:lnSpc>
                <a:spcPct val="100000"/>
              </a:lnSpc>
              <a:spcBef>
                <a:spcPts val="800"/>
              </a:spcBef>
              <a:spcAft>
                <a:spcPts val="0"/>
              </a:spcAft>
              <a:buSzPts val="1100"/>
              <a:buChar char="►"/>
              <a:defRPr/>
            </a:lvl4pPr>
            <a:lvl5pPr lvl="4" algn="l">
              <a:lnSpc>
                <a:spcPct val="100000"/>
              </a:lnSpc>
              <a:spcBef>
                <a:spcPts val="800"/>
              </a:spcBef>
              <a:spcAft>
                <a:spcPts val="0"/>
              </a:spcAft>
              <a:buSzPts val="1100"/>
              <a:buChar char="►"/>
              <a:defRPr/>
            </a:lvl5pPr>
            <a:lvl6pPr lvl="5" algn="l">
              <a:lnSpc>
                <a:spcPct val="100000"/>
              </a:lnSpc>
              <a:spcBef>
                <a:spcPts val="800"/>
              </a:spcBef>
              <a:spcAft>
                <a:spcPts val="0"/>
              </a:spcAft>
              <a:buSzPts val="1100"/>
              <a:buChar char="►"/>
              <a:defRPr/>
            </a:lvl6pPr>
            <a:lvl7pPr lvl="6" algn="l">
              <a:lnSpc>
                <a:spcPct val="100000"/>
              </a:lnSpc>
              <a:spcBef>
                <a:spcPts val="800"/>
              </a:spcBef>
              <a:spcAft>
                <a:spcPts val="0"/>
              </a:spcAft>
              <a:buSzPts val="1100"/>
              <a:buChar char="►"/>
              <a:defRPr/>
            </a:lvl7pPr>
            <a:lvl8pPr lvl="7" algn="l">
              <a:lnSpc>
                <a:spcPct val="100000"/>
              </a:lnSpc>
              <a:spcBef>
                <a:spcPts val="800"/>
              </a:spcBef>
              <a:spcAft>
                <a:spcPts val="0"/>
              </a:spcAft>
              <a:buSzPts val="1100"/>
              <a:buChar char="►"/>
              <a:defRPr/>
            </a:lvl8pPr>
            <a:lvl9pPr lvl="8" algn="l">
              <a:lnSpc>
                <a:spcPct val="100000"/>
              </a:lnSpc>
              <a:spcBef>
                <a:spcPts val="800"/>
              </a:spcBef>
              <a:spcAft>
                <a:spcPts val="0"/>
              </a:spcAft>
              <a:buSzPts val="11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0" name="Shape 230"/>
        <p:cNvGrpSpPr/>
        <p:nvPr/>
      </p:nvGrpSpPr>
      <p:grpSpPr>
        <a:xfrm>
          <a:off x="0" y="0"/>
          <a:ext cx="0" cy="0"/>
          <a:chOff x="0" y="0"/>
          <a:chExt cx="0" cy="0"/>
        </a:xfrm>
      </p:grpSpPr>
      <p:sp>
        <p:nvSpPr>
          <p:cNvPr id="231" name="Google Shape;231;p38"/>
          <p:cNvSpPr txBox="1"/>
          <p:nvPr>
            <p:ph type="title"/>
          </p:nvPr>
        </p:nvSpPr>
        <p:spPr>
          <a:xfrm>
            <a:off x="508001" y="2025650"/>
            <a:ext cx="6447600" cy="1370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3000"/>
              <a:buFont typeface="Trebuchet MS"/>
              <a:buNone/>
              <a:defRPr b="0"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2" name="Google Shape;232;p38"/>
          <p:cNvSpPr txBox="1"/>
          <p:nvPr>
            <p:ph idx="1" type="body"/>
          </p:nvPr>
        </p:nvSpPr>
        <p:spPr>
          <a:xfrm>
            <a:off x="508001" y="3395586"/>
            <a:ext cx="6447600" cy="6453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200"/>
              <a:buNone/>
              <a:defRPr sz="1500">
                <a:solidFill>
                  <a:srgbClr val="7F7F7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233" name="Google Shape;233;p38"/>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4" name="Google Shape;234;p38"/>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5" name="Google Shape;235;p38"/>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6" name="Shape 236"/>
        <p:cNvGrpSpPr/>
        <p:nvPr/>
      </p:nvGrpSpPr>
      <p:grpSpPr>
        <a:xfrm>
          <a:off x="0" y="0"/>
          <a:ext cx="0" cy="0"/>
          <a:chOff x="0" y="0"/>
          <a:chExt cx="0" cy="0"/>
        </a:xfrm>
      </p:grpSpPr>
      <p:sp>
        <p:nvSpPr>
          <p:cNvPr id="237" name="Google Shape;237;p39"/>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8" name="Google Shape;238;p39"/>
          <p:cNvSpPr txBox="1"/>
          <p:nvPr>
            <p:ph idx="1" type="body"/>
          </p:nvPr>
        </p:nvSpPr>
        <p:spPr>
          <a:xfrm>
            <a:off x="508001" y="1620442"/>
            <a:ext cx="3138000" cy="2910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39" name="Google Shape;239;p39"/>
          <p:cNvSpPr txBox="1"/>
          <p:nvPr>
            <p:ph idx="2" type="body"/>
          </p:nvPr>
        </p:nvSpPr>
        <p:spPr>
          <a:xfrm>
            <a:off x="3817478" y="1620442"/>
            <a:ext cx="3138000" cy="2910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40" name="Google Shape;240;p39"/>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1" name="Google Shape;241;p39"/>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2" name="Google Shape;242;p39"/>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3" name="Shape 243"/>
        <p:cNvGrpSpPr/>
        <p:nvPr/>
      </p:nvGrpSpPr>
      <p:grpSpPr>
        <a:xfrm>
          <a:off x="0" y="0"/>
          <a:ext cx="0" cy="0"/>
          <a:chOff x="0" y="0"/>
          <a:chExt cx="0" cy="0"/>
        </a:xfrm>
      </p:grpSpPr>
      <p:sp>
        <p:nvSpPr>
          <p:cNvPr id="244" name="Google Shape;244;p40"/>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2700"/>
              <a:buFont typeface="Trebuchet M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5" name="Google Shape;245;p40"/>
          <p:cNvSpPr txBox="1"/>
          <p:nvPr>
            <p:ph idx="1" type="body"/>
          </p:nvPr>
        </p:nvSpPr>
        <p:spPr>
          <a:xfrm>
            <a:off x="506809" y="1620737"/>
            <a:ext cx="3139200" cy="4323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None/>
              <a:defRPr b="0" sz="1800"/>
            </a:lvl1pPr>
            <a:lvl2pPr indent="-228600" lvl="1" marL="914400" algn="l">
              <a:lnSpc>
                <a:spcPct val="100000"/>
              </a:lnSpc>
              <a:spcBef>
                <a:spcPts val="800"/>
              </a:spcBef>
              <a:spcAft>
                <a:spcPts val="0"/>
              </a:spcAft>
              <a:buSzPts val="1200"/>
              <a:buNone/>
              <a:defRPr b="1" sz="1500"/>
            </a:lvl2pPr>
            <a:lvl3pPr indent="-228600" lvl="2" marL="1371600" algn="l">
              <a:lnSpc>
                <a:spcPct val="100000"/>
              </a:lnSpc>
              <a:spcBef>
                <a:spcPts val="800"/>
              </a:spcBef>
              <a:spcAft>
                <a:spcPts val="0"/>
              </a:spcAft>
              <a:buSzPts val="1100"/>
              <a:buNone/>
              <a:defRPr b="1" sz="1400"/>
            </a:lvl3pPr>
            <a:lvl4pPr indent="-228600" lvl="3" marL="1828800" algn="l">
              <a:lnSpc>
                <a:spcPct val="100000"/>
              </a:lnSpc>
              <a:spcBef>
                <a:spcPts val="800"/>
              </a:spcBef>
              <a:spcAft>
                <a:spcPts val="0"/>
              </a:spcAft>
              <a:buSzPts val="1000"/>
              <a:buNone/>
              <a:defRPr b="1" sz="1200"/>
            </a:lvl4pPr>
            <a:lvl5pPr indent="-228600" lvl="4" marL="2286000" algn="l">
              <a:lnSpc>
                <a:spcPct val="100000"/>
              </a:lnSpc>
              <a:spcBef>
                <a:spcPts val="800"/>
              </a:spcBef>
              <a:spcAft>
                <a:spcPts val="0"/>
              </a:spcAft>
              <a:buSzPts val="1000"/>
              <a:buNone/>
              <a:defRPr b="1" sz="1200"/>
            </a:lvl5pPr>
            <a:lvl6pPr indent="-228600" lvl="5" marL="2743200" algn="l">
              <a:lnSpc>
                <a:spcPct val="100000"/>
              </a:lnSpc>
              <a:spcBef>
                <a:spcPts val="800"/>
              </a:spcBef>
              <a:spcAft>
                <a:spcPts val="0"/>
              </a:spcAft>
              <a:buSzPts val="1000"/>
              <a:buNone/>
              <a:defRPr b="1" sz="1200"/>
            </a:lvl6pPr>
            <a:lvl7pPr indent="-228600" lvl="6" marL="3200400" algn="l">
              <a:lnSpc>
                <a:spcPct val="100000"/>
              </a:lnSpc>
              <a:spcBef>
                <a:spcPts val="800"/>
              </a:spcBef>
              <a:spcAft>
                <a:spcPts val="0"/>
              </a:spcAft>
              <a:buSzPts val="1000"/>
              <a:buNone/>
              <a:defRPr b="1" sz="1200"/>
            </a:lvl7pPr>
            <a:lvl8pPr indent="-228600" lvl="7" marL="3657600" algn="l">
              <a:lnSpc>
                <a:spcPct val="100000"/>
              </a:lnSpc>
              <a:spcBef>
                <a:spcPts val="800"/>
              </a:spcBef>
              <a:spcAft>
                <a:spcPts val="0"/>
              </a:spcAft>
              <a:buSzPts val="1000"/>
              <a:buNone/>
              <a:defRPr b="1" sz="1200"/>
            </a:lvl8pPr>
            <a:lvl9pPr indent="-228600" lvl="8" marL="4114800" algn="l">
              <a:lnSpc>
                <a:spcPct val="100000"/>
              </a:lnSpc>
              <a:spcBef>
                <a:spcPts val="800"/>
              </a:spcBef>
              <a:spcAft>
                <a:spcPts val="0"/>
              </a:spcAft>
              <a:buSzPts val="1000"/>
              <a:buNone/>
              <a:defRPr b="1" sz="1200"/>
            </a:lvl9pPr>
          </a:lstStyle>
          <a:p/>
        </p:txBody>
      </p:sp>
      <p:sp>
        <p:nvSpPr>
          <p:cNvPr id="246" name="Google Shape;246;p40"/>
          <p:cNvSpPr txBox="1"/>
          <p:nvPr>
            <p:ph idx="2" type="body"/>
          </p:nvPr>
        </p:nvSpPr>
        <p:spPr>
          <a:xfrm>
            <a:off x="506809" y="2052934"/>
            <a:ext cx="3139200" cy="24783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47" name="Google Shape;247;p40"/>
          <p:cNvSpPr txBox="1"/>
          <p:nvPr>
            <p:ph idx="3" type="body"/>
          </p:nvPr>
        </p:nvSpPr>
        <p:spPr>
          <a:xfrm>
            <a:off x="3816287" y="1620737"/>
            <a:ext cx="3139200" cy="4323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None/>
              <a:defRPr b="0" sz="1800"/>
            </a:lvl1pPr>
            <a:lvl2pPr indent="-228600" lvl="1" marL="914400" algn="l">
              <a:lnSpc>
                <a:spcPct val="100000"/>
              </a:lnSpc>
              <a:spcBef>
                <a:spcPts val="800"/>
              </a:spcBef>
              <a:spcAft>
                <a:spcPts val="0"/>
              </a:spcAft>
              <a:buSzPts val="1200"/>
              <a:buNone/>
              <a:defRPr b="1" sz="1500"/>
            </a:lvl2pPr>
            <a:lvl3pPr indent="-228600" lvl="2" marL="1371600" algn="l">
              <a:lnSpc>
                <a:spcPct val="100000"/>
              </a:lnSpc>
              <a:spcBef>
                <a:spcPts val="800"/>
              </a:spcBef>
              <a:spcAft>
                <a:spcPts val="0"/>
              </a:spcAft>
              <a:buSzPts val="1100"/>
              <a:buNone/>
              <a:defRPr b="1" sz="1400"/>
            </a:lvl3pPr>
            <a:lvl4pPr indent="-228600" lvl="3" marL="1828800" algn="l">
              <a:lnSpc>
                <a:spcPct val="100000"/>
              </a:lnSpc>
              <a:spcBef>
                <a:spcPts val="800"/>
              </a:spcBef>
              <a:spcAft>
                <a:spcPts val="0"/>
              </a:spcAft>
              <a:buSzPts val="1000"/>
              <a:buNone/>
              <a:defRPr b="1" sz="1200"/>
            </a:lvl4pPr>
            <a:lvl5pPr indent="-228600" lvl="4" marL="2286000" algn="l">
              <a:lnSpc>
                <a:spcPct val="100000"/>
              </a:lnSpc>
              <a:spcBef>
                <a:spcPts val="800"/>
              </a:spcBef>
              <a:spcAft>
                <a:spcPts val="0"/>
              </a:spcAft>
              <a:buSzPts val="1000"/>
              <a:buNone/>
              <a:defRPr b="1" sz="1200"/>
            </a:lvl5pPr>
            <a:lvl6pPr indent="-228600" lvl="5" marL="2743200" algn="l">
              <a:lnSpc>
                <a:spcPct val="100000"/>
              </a:lnSpc>
              <a:spcBef>
                <a:spcPts val="800"/>
              </a:spcBef>
              <a:spcAft>
                <a:spcPts val="0"/>
              </a:spcAft>
              <a:buSzPts val="1000"/>
              <a:buNone/>
              <a:defRPr b="1" sz="1200"/>
            </a:lvl6pPr>
            <a:lvl7pPr indent="-228600" lvl="6" marL="3200400" algn="l">
              <a:lnSpc>
                <a:spcPct val="100000"/>
              </a:lnSpc>
              <a:spcBef>
                <a:spcPts val="800"/>
              </a:spcBef>
              <a:spcAft>
                <a:spcPts val="0"/>
              </a:spcAft>
              <a:buSzPts val="1000"/>
              <a:buNone/>
              <a:defRPr b="1" sz="1200"/>
            </a:lvl7pPr>
            <a:lvl8pPr indent="-228600" lvl="7" marL="3657600" algn="l">
              <a:lnSpc>
                <a:spcPct val="100000"/>
              </a:lnSpc>
              <a:spcBef>
                <a:spcPts val="800"/>
              </a:spcBef>
              <a:spcAft>
                <a:spcPts val="0"/>
              </a:spcAft>
              <a:buSzPts val="1000"/>
              <a:buNone/>
              <a:defRPr b="1" sz="1200"/>
            </a:lvl8pPr>
            <a:lvl9pPr indent="-228600" lvl="8" marL="4114800" algn="l">
              <a:lnSpc>
                <a:spcPct val="100000"/>
              </a:lnSpc>
              <a:spcBef>
                <a:spcPts val="800"/>
              </a:spcBef>
              <a:spcAft>
                <a:spcPts val="0"/>
              </a:spcAft>
              <a:buSzPts val="1000"/>
              <a:buNone/>
              <a:defRPr b="1" sz="1200"/>
            </a:lvl9pPr>
          </a:lstStyle>
          <a:p/>
        </p:txBody>
      </p:sp>
      <p:sp>
        <p:nvSpPr>
          <p:cNvPr id="248" name="Google Shape;248;p40"/>
          <p:cNvSpPr txBox="1"/>
          <p:nvPr>
            <p:ph idx="4" type="body"/>
          </p:nvPr>
        </p:nvSpPr>
        <p:spPr>
          <a:xfrm>
            <a:off x="3816288" y="2052934"/>
            <a:ext cx="3139200" cy="24783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49" name="Google Shape;249;p40"/>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0" name="Google Shape;250;p40"/>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1" name="Google Shape;251;p40"/>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2" name="Shape 252"/>
        <p:cNvGrpSpPr/>
        <p:nvPr/>
      </p:nvGrpSpPr>
      <p:grpSpPr>
        <a:xfrm>
          <a:off x="0" y="0"/>
          <a:ext cx="0" cy="0"/>
          <a:chOff x="0" y="0"/>
          <a:chExt cx="0" cy="0"/>
        </a:xfrm>
      </p:grpSpPr>
      <p:sp>
        <p:nvSpPr>
          <p:cNvPr id="253" name="Google Shape;253;p41"/>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4" name="Google Shape;254;p41"/>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5" name="Google Shape;255;p41"/>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6" name="Google Shape;256;p41"/>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7" name="Shape 257"/>
        <p:cNvGrpSpPr/>
        <p:nvPr/>
      </p:nvGrpSpPr>
      <p:grpSpPr>
        <a:xfrm>
          <a:off x="0" y="0"/>
          <a:ext cx="0" cy="0"/>
          <a:chOff x="0" y="0"/>
          <a:chExt cx="0" cy="0"/>
        </a:xfrm>
      </p:grpSpPr>
      <p:sp>
        <p:nvSpPr>
          <p:cNvPr id="258" name="Google Shape;258;p42"/>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9" name="Google Shape;259;p42"/>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0" name="Google Shape;260;p42"/>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61" name="Shape 261"/>
        <p:cNvGrpSpPr/>
        <p:nvPr/>
      </p:nvGrpSpPr>
      <p:grpSpPr>
        <a:xfrm>
          <a:off x="0" y="0"/>
          <a:ext cx="0" cy="0"/>
          <a:chOff x="0" y="0"/>
          <a:chExt cx="0" cy="0"/>
        </a:xfrm>
      </p:grpSpPr>
      <p:sp>
        <p:nvSpPr>
          <p:cNvPr id="262" name="Google Shape;262;p43"/>
          <p:cNvSpPr txBox="1"/>
          <p:nvPr>
            <p:ph type="title"/>
          </p:nvPr>
        </p:nvSpPr>
        <p:spPr>
          <a:xfrm>
            <a:off x="508001" y="1123953"/>
            <a:ext cx="2890800" cy="959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1500"/>
              <a:buFont typeface="Trebuchet MS"/>
              <a:buNone/>
              <a:defRPr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3" name="Google Shape;263;p43"/>
          <p:cNvSpPr txBox="1"/>
          <p:nvPr>
            <p:ph idx="1" type="body"/>
          </p:nvPr>
        </p:nvSpPr>
        <p:spPr>
          <a:xfrm>
            <a:off x="3570346" y="386193"/>
            <a:ext cx="3385200" cy="41448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64" name="Google Shape;264;p43"/>
          <p:cNvSpPr txBox="1"/>
          <p:nvPr>
            <p:ph idx="2" type="body"/>
          </p:nvPr>
        </p:nvSpPr>
        <p:spPr>
          <a:xfrm>
            <a:off x="508001" y="2082802"/>
            <a:ext cx="2890800" cy="19383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800"/>
              <a:buNone/>
              <a:defRPr sz="1100"/>
            </a:lvl1pPr>
            <a:lvl2pPr indent="-228600" lvl="1" marL="914400" algn="l">
              <a:lnSpc>
                <a:spcPct val="100000"/>
              </a:lnSpc>
              <a:spcBef>
                <a:spcPts val="800"/>
              </a:spcBef>
              <a:spcAft>
                <a:spcPts val="0"/>
              </a:spcAft>
              <a:buSzPts val="800"/>
              <a:buNone/>
              <a:defRPr sz="1100"/>
            </a:lvl2pPr>
            <a:lvl3pPr indent="-228600" lvl="2" marL="1371600" algn="l">
              <a:lnSpc>
                <a:spcPct val="100000"/>
              </a:lnSpc>
              <a:spcBef>
                <a:spcPts val="800"/>
              </a:spcBef>
              <a:spcAft>
                <a:spcPts val="0"/>
              </a:spcAft>
              <a:buSzPts val="700"/>
              <a:buNone/>
              <a:defRPr sz="900"/>
            </a:lvl3pPr>
            <a:lvl4pPr indent="-228600" lvl="3" marL="1828800" algn="l">
              <a:lnSpc>
                <a:spcPct val="100000"/>
              </a:lnSpc>
              <a:spcBef>
                <a:spcPts val="800"/>
              </a:spcBef>
              <a:spcAft>
                <a:spcPts val="0"/>
              </a:spcAft>
              <a:buSzPts val="600"/>
              <a:buNone/>
              <a:defRPr sz="800"/>
            </a:lvl4pPr>
            <a:lvl5pPr indent="-228600" lvl="4" marL="2286000" algn="l">
              <a:lnSpc>
                <a:spcPct val="100000"/>
              </a:lnSpc>
              <a:spcBef>
                <a:spcPts val="800"/>
              </a:spcBef>
              <a:spcAft>
                <a:spcPts val="0"/>
              </a:spcAft>
              <a:buSzPts val="600"/>
              <a:buNone/>
              <a:defRPr sz="800"/>
            </a:lvl5pPr>
            <a:lvl6pPr indent="-228600" lvl="5" marL="2743200" algn="l">
              <a:lnSpc>
                <a:spcPct val="100000"/>
              </a:lnSpc>
              <a:spcBef>
                <a:spcPts val="800"/>
              </a:spcBef>
              <a:spcAft>
                <a:spcPts val="0"/>
              </a:spcAft>
              <a:buSzPts val="600"/>
              <a:buNone/>
              <a:defRPr sz="800"/>
            </a:lvl6pPr>
            <a:lvl7pPr indent="-228600" lvl="6" marL="3200400" algn="l">
              <a:lnSpc>
                <a:spcPct val="100000"/>
              </a:lnSpc>
              <a:spcBef>
                <a:spcPts val="800"/>
              </a:spcBef>
              <a:spcAft>
                <a:spcPts val="0"/>
              </a:spcAft>
              <a:buSzPts val="600"/>
              <a:buNone/>
              <a:defRPr sz="800"/>
            </a:lvl7pPr>
            <a:lvl8pPr indent="-228600" lvl="7" marL="3657600" algn="l">
              <a:lnSpc>
                <a:spcPct val="100000"/>
              </a:lnSpc>
              <a:spcBef>
                <a:spcPts val="800"/>
              </a:spcBef>
              <a:spcAft>
                <a:spcPts val="0"/>
              </a:spcAft>
              <a:buSzPts val="600"/>
              <a:buNone/>
              <a:defRPr sz="800"/>
            </a:lvl8pPr>
            <a:lvl9pPr indent="-228600" lvl="8" marL="4114800" algn="l">
              <a:lnSpc>
                <a:spcPct val="100000"/>
              </a:lnSpc>
              <a:spcBef>
                <a:spcPts val="800"/>
              </a:spcBef>
              <a:spcAft>
                <a:spcPts val="0"/>
              </a:spcAft>
              <a:buSzPts val="600"/>
              <a:buNone/>
              <a:defRPr sz="800"/>
            </a:lvl9pPr>
          </a:lstStyle>
          <a:p/>
        </p:txBody>
      </p:sp>
      <p:sp>
        <p:nvSpPr>
          <p:cNvPr id="265" name="Google Shape;265;p43"/>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6" name="Google Shape;266;p43"/>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7" name="Google Shape;267;p43"/>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68" name="Shape 268"/>
        <p:cNvGrpSpPr/>
        <p:nvPr/>
      </p:nvGrpSpPr>
      <p:grpSpPr>
        <a:xfrm>
          <a:off x="0" y="0"/>
          <a:ext cx="0" cy="0"/>
          <a:chOff x="0" y="0"/>
          <a:chExt cx="0" cy="0"/>
        </a:xfrm>
      </p:grpSpPr>
      <p:sp>
        <p:nvSpPr>
          <p:cNvPr id="269" name="Google Shape;269;p44"/>
          <p:cNvSpPr txBox="1"/>
          <p:nvPr>
            <p:ph type="title"/>
          </p:nvPr>
        </p:nvSpPr>
        <p:spPr>
          <a:xfrm>
            <a:off x="508000" y="3600450"/>
            <a:ext cx="6447600" cy="425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1800"/>
              <a:buFont typeface="Trebuchet MS"/>
              <a:buNone/>
              <a:defRPr b="0"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0" name="Google Shape;270;p44"/>
          <p:cNvSpPr/>
          <p:nvPr>
            <p:ph idx="2" type="pic"/>
          </p:nvPr>
        </p:nvSpPr>
        <p:spPr>
          <a:xfrm>
            <a:off x="508000" y="457200"/>
            <a:ext cx="6447600" cy="2884200"/>
          </a:xfrm>
          <a:prstGeom prst="rect">
            <a:avLst/>
          </a:prstGeom>
          <a:noFill/>
          <a:ln>
            <a:noFill/>
          </a:ln>
        </p:spPr>
      </p:sp>
      <p:sp>
        <p:nvSpPr>
          <p:cNvPr id="271" name="Google Shape;271;p44"/>
          <p:cNvSpPr txBox="1"/>
          <p:nvPr>
            <p:ph idx="1" type="body"/>
          </p:nvPr>
        </p:nvSpPr>
        <p:spPr>
          <a:xfrm>
            <a:off x="508000" y="4025504"/>
            <a:ext cx="6447600" cy="50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700"/>
              <a:buNone/>
              <a:defRPr sz="900"/>
            </a:lvl1pPr>
            <a:lvl2pPr indent="-228600" lvl="1" marL="914400" algn="l">
              <a:lnSpc>
                <a:spcPct val="100000"/>
              </a:lnSpc>
              <a:spcBef>
                <a:spcPts val="800"/>
              </a:spcBef>
              <a:spcAft>
                <a:spcPts val="0"/>
              </a:spcAft>
              <a:buSzPts val="700"/>
              <a:buNone/>
              <a:defRPr sz="900"/>
            </a:lvl2pPr>
            <a:lvl3pPr indent="-228600" lvl="2" marL="1371600" algn="l">
              <a:lnSpc>
                <a:spcPct val="100000"/>
              </a:lnSpc>
              <a:spcBef>
                <a:spcPts val="800"/>
              </a:spcBef>
              <a:spcAft>
                <a:spcPts val="0"/>
              </a:spcAft>
              <a:buSzPts val="600"/>
              <a:buNone/>
              <a:defRPr sz="800"/>
            </a:lvl3pPr>
            <a:lvl4pPr indent="-228600" lvl="3" marL="1828800" algn="l">
              <a:lnSpc>
                <a:spcPct val="100000"/>
              </a:lnSpc>
              <a:spcBef>
                <a:spcPts val="800"/>
              </a:spcBef>
              <a:spcAft>
                <a:spcPts val="0"/>
              </a:spcAft>
              <a:buSzPts val="500"/>
              <a:buNone/>
              <a:defRPr sz="700"/>
            </a:lvl4pPr>
            <a:lvl5pPr indent="-228600" lvl="4" marL="2286000" algn="l">
              <a:lnSpc>
                <a:spcPct val="100000"/>
              </a:lnSpc>
              <a:spcBef>
                <a:spcPts val="800"/>
              </a:spcBef>
              <a:spcAft>
                <a:spcPts val="0"/>
              </a:spcAft>
              <a:buSzPts val="500"/>
              <a:buNone/>
              <a:defRPr sz="700"/>
            </a:lvl5pPr>
            <a:lvl6pPr indent="-228600" lvl="5" marL="2743200" algn="l">
              <a:lnSpc>
                <a:spcPct val="100000"/>
              </a:lnSpc>
              <a:spcBef>
                <a:spcPts val="800"/>
              </a:spcBef>
              <a:spcAft>
                <a:spcPts val="0"/>
              </a:spcAft>
              <a:buSzPts val="500"/>
              <a:buNone/>
              <a:defRPr sz="700"/>
            </a:lvl6pPr>
            <a:lvl7pPr indent="-228600" lvl="6" marL="3200400" algn="l">
              <a:lnSpc>
                <a:spcPct val="100000"/>
              </a:lnSpc>
              <a:spcBef>
                <a:spcPts val="800"/>
              </a:spcBef>
              <a:spcAft>
                <a:spcPts val="0"/>
              </a:spcAft>
              <a:buSzPts val="500"/>
              <a:buNone/>
              <a:defRPr sz="700"/>
            </a:lvl7pPr>
            <a:lvl8pPr indent="-228600" lvl="7" marL="3657600" algn="l">
              <a:lnSpc>
                <a:spcPct val="100000"/>
              </a:lnSpc>
              <a:spcBef>
                <a:spcPts val="800"/>
              </a:spcBef>
              <a:spcAft>
                <a:spcPts val="0"/>
              </a:spcAft>
              <a:buSzPts val="500"/>
              <a:buNone/>
              <a:defRPr sz="700"/>
            </a:lvl8pPr>
            <a:lvl9pPr indent="-228600" lvl="8" marL="4114800" algn="l">
              <a:lnSpc>
                <a:spcPct val="100000"/>
              </a:lnSpc>
              <a:spcBef>
                <a:spcPts val="800"/>
              </a:spcBef>
              <a:spcAft>
                <a:spcPts val="0"/>
              </a:spcAft>
              <a:buSzPts val="500"/>
              <a:buNone/>
              <a:defRPr sz="700"/>
            </a:lvl9pPr>
          </a:lstStyle>
          <a:p/>
        </p:txBody>
      </p:sp>
      <p:sp>
        <p:nvSpPr>
          <p:cNvPr id="272" name="Google Shape;272;p44"/>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3" name="Google Shape;273;p44"/>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4" name="Google Shape;274;p44"/>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275" name="Shape 275"/>
        <p:cNvGrpSpPr/>
        <p:nvPr/>
      </p:nvGrpSpPr>
      <p:grpSpPr>
        <a:xfrm>
          <a:off x="0" y="0"/>
          <a:ext cx="0" cy="0"/>
          <a:chOff x="0" y="0"/>
          <a:chExt cx="0" cy="0"/>
        </a:xfrm>
      </p:grpSpPr>
      <p:sp>
        <p:nvSpPr>
          <p:cNvPr id="276" name="Google Shape;276;p45"/>
          <p:cNvSpPr txBox="1"/>
          <p:nvPr>
            <p:ph type="title"/>
          </p:nvPr>
        </p:nvSpPr>
        <p:spPr>
          <a:xfrm>
            <a:off x="698501" y="457200"/>
            <a:ext cx="6070500" cy="2266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7" name="Google Shape;277;p45"/>
          <p:cNvSpPr txBox="1"/>
          <p:nvPr>
            <p:ph idx="1" type="body"/>
          </p:nvPr>
        </p:nvSpPr>
        <p:spPr>
          <a:xfrm>
            <a:off x="1024604" y="2724150"/>
            <a:ext cx="5418600" cy="28590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800"/>
              </a:spcBef>
              <a:spcAft>
                <a:spcPts val="0"/>
              </a:spcAft>
              <a:buSzPts val="1000"/>
              <a:buFont typeface="Trebuchet MS"/>
              <a:buNone/>
              <a:defRPr sz="1200">
                <a:solidFill>
                  <a:srgbClr val="7F7F7F"/>
                </a:solidFill>
              </a:defRPr>
            </a:lvl1pPr>
            <a:lvl2pPr indent="-228600" lvl="1" marL="914400" algn="l">
              <a:lnSpc>
                <a:spcPct val="100000"/>
              </a:lnSpc>
              <a:spcBef>
                <a:spcPts val="800"/>
              </a:spcBef>
              <a:spcAft>
                <a:spcPts val="0"/>
              </a:spcAft>
              <a:buSzPts val="1000"/>
              <a:buFont typeface="Trebuchet MS"/>
              <a:buNone/>
              <a:defRPr/>
            </a:lvl2pPr>
            <a:lvl3pPr indent="-228600" lvl="2" marL="1371600" algn="l">
              <a:lnSpc>
                <a:spcPct val="100000"/>
              </a:lnSpc>
              <a:spcBef>
                <a:spcPts val="800"/>
              </a:spcBef>
              <a:spcAft>
                <a:spcPts val="0"/>
              </a:spcAft>
              <a:buSzPts val="800"/>
              <a:buFont typeface="Trebuchet MS"/>
              <a:buNone/>
              <a:defRPr/>
            </a:lvl3pPr>
            <a:lvl4pPr indent="-228600" lvl="3" marL="1828800" algn="l">
              <a:lnSpc>
                <a:spcPct val="100000"/>
              </a:lnSpc>
              <a:spcBef>
                <a:spcPts val="800"/>
              </a:spcBef>
              <a:spcAft>
                <a:spcPts val="0"/>
              </a:spcAft>
              <a:buSzPts val="700"/>
              <a:buFont typeface="Trebuchet MS"/>
              <a:buNone/>
              <a:defRPr/>
            </a:lvl4pPr>
            <a:lvl5pPr indent="-228600" lvl="4" marL="2286000" algn="l">
              <a:lnSpc>
                <a:spcPct val="100000"/>
              </a:lnSpc>
              <a:spcBef>
                <a:spcPts val="800"/>
              </a:spcBef>
              <a:spcAft>
                <a:spcPts val="0"/>
              </a:spcAft>
              <a:buSzPts val="700"/>
              <a:buFont typeface="Trebuchet MS"/>
              <a:buNone/>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78" name="Google Shape;278;p45"/>
          <p:cNvSpPr txBox="1"/>
          <p:nvPr>
            <p:ph idx="2" type="body"/>
          </p:nvPr>
        </p:nvSpPr>
        <p:spPr>
          <a:xfrm>
            <a:off x="508001" y="3352800"/>
            <a:ext cx="6447600" cy="11784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3F3F3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279" name="Google Shape;279;p45"/>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0" name="Google Shape;280;p45"/>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1" name="Google Shape;281;p45"/>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82" name="Google Shape;282;p45"/>
          <p:cNvSpPr txBox="1"/>
          <p:nvPr/>
        </p:nvSpPr>
        <p:spPr>
          <a:xfrm>
            <a:off x="406402" y="592784"/>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283" name="Google Shape;283;p45"/>
          <p:cNvSpPr txBox="1"/>
          <p:nvPr/>
        </p:nvSpPr>
        <p:spPr>
          <a:xfrm>
            <a:off x="6669758" y="2164917"/>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400" u="none" cap="none" strike="noStrike">
              <a:solidFill>
                <a:srgbClr val="007FF9"/>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284" name="Shape 284"/>
        <p:cNvGrpSpPr/>
        <p:nvPr/>
      </p:nvGrpSpPr>
      <p:grpSpPr>
        <a:xfrm>
          <a:off x="0" y="0"/>
          <a:ext cx="0" cy="0"/>
          <a:chOff x="0" y="0"/>
          <a:chExt cx="0" cy="0"/>
        </a:xfrm>
      </p:grpSpPr>
      <p:sp>
        <p:nvSpPr>
          <p:cNvPr id="285" name="Google Shape;285;p46"/>
          <p:cNvSpPr txBox="1"/>
          <p:nvPr>
            <p:ph type="title"/>
          </p:nvPr>
        </p:nvSpPr>
        <p:spPr>
          <a:xfrm>
            <a:off x="508001" y="1448991"/>
            <a:ext cx="6447600" cy="19467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6" name="Google Shape;286;p46"/>
          <p:cNvSpPr txBox="1"/>
          <p:nvPr>
            <p:ph idx="1"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3F3F3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287" name="Google Shape;287;p46"/>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8" name="Google Shape;288;p46"/>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9" name="Google Shape;289;p46"/>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290" name="Shape 290"/>
        <p:cNvGrpSpPr/>
        <p:nvPr/>
      </p:nvGrpSpPr>
      <p:grpSpPr>
        <a:xfrm>
          <a:off x="0" y="0"/>
          <a:ext cx="0" cy="0"/>
          <a:chOff x="0" y="0"/>
          <a:chExt cx="0" cy="0"/>
        </a:xfrm>
      </p:grpSpPr>
      <p:sp>
        <p:nvSpPr>
          <p:cNvPr id="291" name="Google Shape;291;p47"/>
          <p:cNvSpPr txBox="1"/>
          <p:nvPr>
            <p:ph type="title"/>
          </p:nvPr>
        </p:nvSpPr>
        <p:spPr>
          <a:xfrm>
            <a:off x="698501" y="457200"/>
            <a:ext cx="6070500" cy="2266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2" name="Google Shape;292;p47"/>
          <p:cNvSpPr txBox="1"/>
          <p:nvPr>
            <p:ph idx="1" type="body"/>
          </p:nvPr>
        </p:nvSpPr>
        <p:spPr>
          <a:xfrm>
            <a:off x="507999" y="3009900"/>
            <a:ext cx="6447600" cy="3858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Font typeface="Trebuchet MS"/>
              <a:buNone/>
              <a:defRPr sz="1800">
                <a:solidFill>
                  <a:srgbClr val="3F3F3F"/>
                </a:solidFill>
              </a:defRPr>
            </a:lvl1pPr>
            <a:lvl2pPr indent="-228600" lvl="1" marL="914400" algn="l">
              <a:lnSpc>
                <a:spcPct val="100000"/>
              </a:lnSpc>
              <a:spcBef>
                <a:spcPts val="800"/>
              </a:spcBef>
              <a:spcAft>
                <a:spcPts val="0"/>
              </a:spcAft>
              <a:buSzPts val="1000"/>
              <a:buFont typeface="Trebuchet MS"/>
              <a:buNone/>
              <a:defRPr/>
            </a:lvl2pPr>
            <a:lvl3pPr indent="-228600" lvl="2" marL="1371600" algn="l">
              <a:lnSpc>
                <a:spcPct val="100000"/>
              </a:lnSpc>
              <a:spcBef>
                <a:spcPts val="800"/>
              </a:spcBef>
              <a:spcAft>
                <a:spcPts val="0"/>
              </a:spcAft>
              <a:buSzPts val="800"/>
              <a:buFont typeface="Trebuchet MS"/>
              <a:buNone/>
              <a:defRPr/>
            </a:lvl3pPr>
            <a:lvl4pPr indent="-228600" lvl="3" marL="1828800" algn="l">
              <a:lnSpc>
                <a:spcPct val="100000"/>
              </a:lnSpc>
              <a:spcBef>
                <a:spcPts val="800"/>
              </a:spcBef>
              <a:spcAft>
                <a:spcPts val="0"/>
              </a:spcAft>
              <a:buSzPts val="700"/>
              <a:buFont typeface="Trebuchet MS"/>
              <a:buNone/>
              <a:defRPr/>
            </a:lvl4pPr>
            <a:lvl5pPr indent="-228600" lvl="4" marL="2286000" algn="l">
              <a:lnSpc>
                <a:spcPct val="100000"/>
              </a:lnSpc>
              <a:spcBef>
                <a:spcPts val="800"/>
              </a:spcBef>
              <a:spcAft>
                <a:spcPts val="0"/>
              </a:spcAft>
              <a:buSzPts val="700"/>
              <a:buFont typeface="Trebuchet MS"/>
              <a:buNone/>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293" name="Google Shape;293;p47"/>
          <p:cNvSpPr txBox="1"/>
          <p:nvPr>
            <p:ph idx="2"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7F7F7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294" name="Google Shape;294;p47"/>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5" name="Google Shape;295;p47"/>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6" name="Google Shape;296;p47"/>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97" name="Google Shape;297;p47"/>
          <p:cNvSpPr txBox="1"/>
          <p:nvPr/>
        </p:nvSpPr>
        <p:spPr>
          <a:xfrm>
            <a:off x="406402" y="592784"/>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298" name="Google Shape;298;p47"/>
          <p:cNvSpPr txBox="1"/>
          <p:nvPr/>
        </p:nvSpPr>
        <p:spPr>
          <a:xfrm>
            <a:off x="6669758" y="2164917"/>
            <a:ext cx="457200" cy="43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7FF9"/>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299" name="Shape 299"/>
        <p:cNvGrpSpPr/>
        <p:nvPr/>
      </p:nvGrpSpPr>
      <p:grpSpPr>
        <a:xfrm>
          <a:off x="0" y="0"/>
          <a:ext cx="0" cy="0"/>
          <a:chOff x="0" y="0"/>
          <a:chExt cx="0" cy="0"/>
        </a:xfrm>
      </p:grpSpPr>
      <p:sp>
        <p:nvSpPr>
          <p:cNvPr id="300" name="Google Shape;300;p48"/>
          <p:cNvSpPr txBox="1"/>
          <p:nvPr>
            <p:ph type="title"/>
          </p:nvPr>
        </p:nvSpPr>
        <p:spPr>
          <a:xfrm>
            <a:off x="514349" y="457200"/>
            <a:ext cx="6441000" cy="2266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1" name="Google Shape;301;p48"/>
          <p:cNvSpPr txBox="1"/>
          <p:nvPr>
            <p:ph idx="1" type="body"/>
          </p:nvPr>
        </p:nvSpPr>
        <p:spPr>
          <a:xfrm>
            <a:off x="507999" y="3009900"/>
            <a:ext cx="6447600" cy="3858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800"/>
              </a:spcBef>
              <a:spcAft>
                <a:spcPts val="0"/>
              </a:spcAft>
              <a:buSzPts val="1400"/>
              <a:buFont typeface="Trebuchet MS"/>
              <a:buNone/>
              <a:defRPr sz="1800">
                <a:solidFill>
                  <a:schemeClr val="accent1"/>
                </a:solidFill>
              </a:defRPr>
            </a:lvl1pPr>
            <a:lvl2pPr indent="-228600" lvl="1" marL="914400" algn="l">
              <a:lnSpc>
                <a:spcPct val="100000"/>
              </a:lnSpc>
              <a:spcBef>
                <a:spcPts val="800"/>
              </a:spcBef>
              <a:spcAft>
                <a:spcPts val="0"/>
              </a:spcAft>
              <a:buSzPts val="1000"/>
              <a:buFont typeface="Trebuchet MS"/>
              <a:buNone/>
              <a:defRPr/>
            </a:lvl2pPr>
            <a:lvl3pPr indent="-228600" lvl="2" marL="1371600" algn="l">
              <a:lnSpc>
                <a:spcPct val="100000"/>
              </a:lnSpc>
              <a:spcBef>
                <a:spcPts val="800"/>
              </a:spcBef>
              <a:spcAft>
                <a:spcPts val="0"/>
              </a:spcAft>
              <a:buSzPts val="800"/>
              <a:buFont typeface="Trebuchet MS"/>
              <a:buNone/>
              <a:defRPr/>
            </a:lvl3pPr>
            <a:lvl4pPr indent="-228600" lvl="3" marL="1828800" algn="l">
              <a:lnSpc>
                <a:spcPct val="100000"/>
              </a:lnSpc>
              <a:spcBef>
                <a:spcPts val="800"/>
              </a:spcBef>
              <a:spcAft>
                <a:spcPts val="0"/>
              </a:spcAft>
              <a:buSzPts val="700"/>
              <a:buFont typeface="Trebuchet MS"/>
              <a:buNone/>
              <a:defRPr/>
            </a:lvl4pPr>
            <a:lvl5pPr indent="-228600" lvl="4" marL="2286000" algn="l">
              <a:lnSpc>
                <a:spcPct val="100000"/>
              </a:lnSpc>
              <a:spcBef>
                <a:spcPts val="800"/>
              </a:spcBef>
              <a:spcAft>
                <a:spcPts val="0"/>
              </a:spcAft>
              <a:buSzPts val="700"/>
              <a:buFont typeface="Trebuchet MS"/>
              <a:buNone/>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302" name="Google Shape;302;p48"/>
          <p:cNvSpPr txBox="1"/>
          <p:nvPr>
            <p:ph idx="2"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7F7F7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303" name="Google Shape;303;p48"/>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4" name="Google Shape;304;p48"/>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5" name="Google Shape;305;p48"/>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6" name="Shape 306"/>
        <p:cNvGrpSpPr/>
        <p:nvPr/>
      </p:nvGrpSpPr>
      <p:grpSpPr>
        <a:xfrm>
          <a:off x="0" y="0"/>
          <a:ext cx="0" cy="0"/>
          <a:chOff x="0" y="0"/>
          <a:chExt cx="0" cy="0"/>
        </a:xfrm>
      </p:grpSpPr>
      <p:sp>
        <p:nvSpPr>
          <p:cNvPr id="307" name="Google Shape;307;p49"/>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8" name="Google Shape;308;p49"/>
          <p:cNvSpPr txBox="1"/>
          <p:nvPr>
            <p:ph idx="1" type="body"/>
          </p:nvPr>
        </p:nvSpPr>
        <p:spPr>
          <a:xfrm rot="5400000">
            <a:off x="2276401" y="-148058"/>
            <a:ext cx="2910600" cy="6447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309" name="Google Shape;309;p49"/>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0" name="Google Shape;310;p49"/>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1" name="Google Shape;311;p49"/>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2" name="Shape 312"/>
        <p:cNvGrpSpPr/>
        <p:nvPr/>
      </p:nvGrpSpPr>
      <p:grpSpPr>
        <a:xfrm>
          <a:off x="0" y="0"/>
          <a:ext cx="0" cy="0"/>
          <a:chOff x="0" y="0"/>
          <a:chExt cx="0" cy="0"/>
        </a:xfrm>
      </p:grpSpPr>
      <p:sp>
        <p:nvSpPr>
          <p:cNvPr id="313" name="Google Shape;313;p50"/>
          <p:cNvSpPr txBox="1"/>
          <p:nvPr>
            <p:ph type="title"/>
          </p:nvPr>
        </p:nvSpPr>
        <p:spPr>
          <a:xfrm rot="5400000">
            <a:off x="4495662" y="1937249"/>
            <a:ext cx="3938700" cy="978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4" name="Google Shape;314;p50"/>
          <p:cNvSpPr txBox="1"/>
          <p:nvPr>
            <p:ph idx="1" type="body"/>
          </p:nvPr>
        </p:nvSpPr>
        <p:spPr>
          <a:xfrm rot="5400000">
            <a:off x="1186264" y="-220950"/>
            <a:ext cx="3938700" cy="52950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315" name="Google Shape;315;p50"/>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6" name="Google Shape;316;p50"/>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7" name="Google Shape;317;p50"/>
          <p:cNvSpPr txBox="1"/>
          <p:nvPr>
            <p:ph idx="12" type="sldNum"/>
          </p:nvPr>
        </p:nvSpPr>
        <p:spPr>
          <a:xfrm>
            <a:off x="7475507" y="4821957"/>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aption">
  <p:cSld name="1_Title and Caption">
    <p:spTree>
      <p:nvGrpSpPr>
        <p:cNvPr id="318" name="Shape 318"/>
        <p:cNvGrpSpPr/>
        <p:nvPr/>
      </p:nvGrpSpPr>
      <p:grpSpPr>
        <a:xfrm>
          <a:off x="0" y="0"/>
          <a:ext cx="0" cy="0"/>
          <a:chOff x="0" y="0"/>
          <a:chExt cx="0" cy="0"/>
        </a:xfrm>
      </p:grpSpPr>
      <p:sp>
        <p:nvSpPr>
          <p:cNvPr id="319" name="Google Shape;319;p51"/>
          <p:cNvSpPr txBox="1"/>
          <p:nvPr>
            <p:ph type="title"/>
          </p:nvPr>
        </p:nvSpPr>
        <p:spPr>
          <a:xfrm>
            <a:off x="1024700" y="1864811"/>
            <a:ext cx="6447600" cy="13281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accent1"/>
              </a:buClr>
              <a:buSzPts val="3300"/>
              <a:buFont typeface="Trebuchet MS"/>
              <a:buNone/>
              <a:defRPr b="0" sz="33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0" name="Google Shape;320;p51"/>
          <p:cNvSpPr txBox="1"/>
          <p:nvPr>
            <p:ph idx="1" type="body"/>
          </p:nvPr>
        </p:nvSpPr>
        <p:spPr>
          <a:xfrm>
            <a:off x="508001" y="3352800"/>
            <a:ext cx="6447600" cy="11784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800"/>
              </a:spcBef>
              <a:spcAft>
                <a:spcPts val="0"/>
              </a:spcAft>
              <a:buSzPts val="1100"/>
              <a:buNone/>
              <a:defRPr sz="1400">
                <a:solidFill>
                  <a:srgbClr val="3F3F3F"/>
                </a:solidFill>
              </a:defRPr>
            </a:lvl1pPr>
            <a:lvl2pPr indent="-228600" lvl="1" marL="914400" algn="l">
              <a:lnSpc>
                <a:spcPct val="100000"/>
              </a:lnSpc>
              <a:spcBef>
                <a:spcPts val="800"/>
              </a:spcBef>
              <a:spcAft>
                <a:spcPts val="0"/>
              </a:spcAft>
              <a:buSzPts val="1100"/>
              <a:buNone/>
              <a:defRPr sz="1400">
                <a:solidFill>
                  <a:srgbClr val="888888"/>
                </a:solidFill>
              </a:defRPr>
            </a:lvl2pPr>
            <a:lvl3pPr indent="-228600" lvl="2" marL="1371600" algn="l">
              <a:lnSpc>
                <a:spcPct val="100000"/>
              </a:lnSpc>
              <a:spcBef>
                <a:spcPts val="800"/>
              </a:spcBef>
              <a:spcAft>
                <a:spcPts val="0"/>
              </a:spcAft>
              <a:buSzPts val="1000"/>
              <a:buNone/>
              <a:defRPr sz="1200">
                <a:solidFill>
                  <a:srgbClr val="888888"/>
                </a:solidFill>
              </a:defRPr>
            </a:lvl3pPr>
            <a:lvl4pPr indent="-228600" lvl="3" marL="1828800" algn="l">
              <a:lnSpc>
                <a:spcPct val="100000"/>
              </a:lnSpc>
              <a:spcBef>
                <a:spcPts val="800"/>
              </a:spcBef>
              <a:spcAft>
                <a:spcPts val="0"/>
              </a:spcAft>
              <a:buSzPts val="800"/>
              <a:buNone/>
              <a:defRPr sz="1100">
                <a:solidFill>
                  <a:srgbClr val="888888"/>
                </a:solidFill>
              </a:defRPr>
            </a:lvl4pPr>
            <a:lvl5pPr indent="-228600" lvl="4" marL="2286000" algn="l">
              <a:lnSpc>
                <a:spcPct val="100000"/>
              </a:lnSpc>
              <a:spcBef>
                <a:spcPts val="800"/>
              </a:spcBef>
              <a:spcAft>
                <a:spcPts val="0"/>
              </a:spcAft>
              <a:buSzPts val="800"/>
              <a:buNone/>
              <a:defRPr sz="1100">
                <a:solidFill>
                  <a:srgbClr val="888888"/>
                </a:solidFill>
              </a:defRPr>
            </a:lvl5pPr>
            <a:lvl6pPr indent="-228600" lvl="5" marL="2743200" algn="l">
              <a:lnSpc>
                <a:spcPct val="100000"/>
              </a:lnSpc>
              <a:spcBef>
                <a:spcPts val="800"/>
              </a:spcBef>
              <a:spcAft>
                <a:spcPts val="0"/>
              </a:spcAft>
              <a:buSzPts val="800"/>
              <a:buNone/>
              <a:defRPr sz="1100">
                <a:solidFill>
                  <a:srgbClr val="888888"/>
                </a:solidFill>
              </a:defRPr>
            </a:lvl6pPr>
            <a:lvl7pPr indent="-228600" lvl="6" marL="3200400" algn="l">
              <a:lnSpc>
                <a:spcPct val="100000"/>
              </a:lnSpc>
              <a:spcBef>
                <a:spcPts val="800"/>
              </a:spcBef>
              <a:spcAft>
                <a:spcPts val="0"/>
              </a:spcAft>
              <a:buSzPts val="800"/>
              <a:buNone/>
              <a:defRPr sz="1100">
                <a:solidFill>
                  <a:srgbClr val="888888"/>
                </a:solidFill>
              </a:defRPr>
            </a:lvl7pPr>
            <a:lvl8pPr indent="-228600" lvl="7" marL="3657600" algn="l">
              <a:lnSpc>
                <a:spcPct val="100000"/>
              </a:lnSpc>
              <a:spcBef>
                <a:spcPts val="800"/>
              </a:spcBef>
              <a:spcAft>
                <a:spcPts val="0"/>
              </a:spcAft>
              <a:buSzPts val="800"/>
              <a:buNone/>
              <a:defRPr sz="1100">
                <a:solidFill>
                  <a:srgbClr val="888888"/>
                </a:solidFill>
              </a:defRPr>
            </a:lvl8pPr>
            <a:lvl9pPr indent="-228600" lvl="8" marL="4114800" algn="l">
              <a:lnSpc>
                <a:spcPct val="100000"/>
              </a:lnSpc>
              <a:spcBef>
                <a:spcPts val="800"/>
              </a:spcBef>
              <a:spcAft>
                <a:spcPts val="0"/>
              </a:spcAft>
              <a:buSzPts val="800"/>
              <a:buNone/>
              <a:defRPr sz="1100">
                <a:solidFill>
                  <a:srgbClr val="888888"/>
                </a:solidFill>
              </a:defRPr>
            </a:lvl9pPr>
          </a:lstStyle>
          <a:p/>
        </p:txBody>
      </p:sp>
      <p:sp>
        <p:nvSpPr>
          <p:cNvPr id="321" name="Google Shape;321;p51"/>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2" name="Google Shape;322;p51"/>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3" name="Google Shape;323;p51"/>
          <p:cNvSpPr txBox="1"/>
          <p:nvPr>
            <p:ph idx="12" type="sldNum"/>
          </p:nvPr>
        </p:nvSpPr>
        <p:spPr>
          <a:xfrm>
            <a:off x="0" y="0"/>
            <a:ext cx="2250000" cy="22500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24" name="Shape 324"/>
        <p:cNvGrpSpPr/>
        <p:nvPr/>
      </p:nvGrpSpPr>
      <p:grpSpPr>
        <a:xfrm>
          <a:off x="0" y="0"/>
          <a:ext cx="0" cy="0"/>
          <a:chOff x="0" y="0"/>
          <a:chExt cx="0" cy="0"/>
        </a:xfrm>
      </p:grpSpPr>
      <p:sp>
        <p:nvSpPr>
          <p:cNvPr id="325" name="Google Shape;325;p52"/>
          <p:cNvSpPr txBox="1"/>
          <p:nvPr>
            <p:ph type="title"/>
          </p:nvPr>
        </p:nvSpPr>
        <p:spPr>
          <a:xfrm>
            <a:off x="508000" y="457200"/>
            <a:ext cx="8123400" cy="9906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accent1"/>
              </a:buClr>
              <a:buSzPts val="2700"/>
              <a:buFont typeface="Trebuchet MS"/>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6" name="Google Shape;326;p52"/>
          <p:cNvSpPr txBox="1"/>
          <p:nvPr>
            <p:ph idx="1" type="body"/>
          </p:nvPr>
        </p:nvSpPr>
        <p:spPr>
          <a:xfrm>
            <a:off x="508000" y="1620442"/>
            <a:ext cx="8123400" cy="29106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800"/>
              </a:spcBef>
              <a:spcAft>
                <a:spcPts val="0"/>
              </a:spcAft>
              <a:buSzPts val="1100"/>
              <a:buChar char="►"/>
              <a:defRPr/>
            </a:lvl1pPr>
            <a:lvl2pPr indent="-298450" lvl="1" marL="914400" algn="l">
              <a:lnSpc>
                <a:spcPct val="100000"/>
              </a:lnSpc>
              <a:spcBef>
                <a:spcPts val="800"/>
              </a:spcBef>
              <a:spcAft>
                <a:spcPts val="0"/>
              </a:spcAft>
              <a:buSzPts val="1100"/>
              <a:buChar char="►"/>
              <a:defRPr/>
            </a:lvl2pPr>
            <a:lvl3pPr indent="-298450" lvl="2" marL="1371600" algn="l">
              <a:lnSpc>
                <a:spcPct val="100000"/>
              </a:lnSpc>
              <a:spcBef>
                <a:spcPts val="800"/>
              </a:spcBef>
              <a:spcAft>
                <a:spcPts val="0"/>
              </a:spcAft>
              <a:buSzPts val="1100"/>
              <a:buChar char="►"/>
              <a:defRPr/>
            </a:lvl3pPr>
            <a:lvl4pPr indent="-298450" lvl="3" marL="1828800" algn="l">
              <a:lnSpc>
                <a:spcPct val="100000"/>
              </a:lnSpc>
              <a:spcBef>
                <a:spcPts val="800"/>
              </a:spcBef>
              <a:spcAft>
                <a:spcPts val="0"/>
              </a:spcAft>
              <a:buSzPts val="1100"/>
              <a:buChar char="►"/>
              <a:defRPr/>
            </a:lvl4pPr>
            <a:lvl5pPr indent="-298450" lvl="4" marL="2286000" algn="l">
              <a:lnSpc>
                <a:spcPct val="100000"/>
              </a:lnSpc>
              <a:spcBef>
                <a:spcPts val="800"/>
              </a:spcBef>
              <a:spcAft>
                <a:spcPts val="0"/>
              </a:spcAft>
              <a:buSzPts val="1100"/>
              <a:buChar char="►"/>
              <a:defRPr/>
            </a:lvl5pPr>
            <a:lvl6pPr indent="-298450" lvl="5" marL="2743200" algn="l">
              <a:lnSpc>
                <a:spcPct val="100000"/>
              </a:lnSpc>
              <a:spcBef>
                <a:spcPts val="800"/>
              </a:spcBef>
              <a:spcAft>
                <a:spcPts val="0"/>
              </a:spcAft>
              <a:buSzPts val="1100"/>
              <a:buChar char="►"/>
              <a:defRPr/>
            </a:lvl6pPr>
            <a:lvl7pPr indent="-298450" lvl="6" marL="3200400" algn="l">
              <a:lnSpc>
                <a:spcPct val="100000"/>
              </a:lnSpc>
              <a:spcBef>
                <a:spcPts val="800"/>
              </a:spcBef>
              <a:spcAft>
                <a:spcPts val="0"/>
              </a:spcAft>
              <a:buSzPts val="1100"/>
              <a:buChar char="►"/>
              <a:defRPr/>
            </a:lvl7pPr>
            <a:lvl8pPr indent="-298450" lvl="7" marL="3657600" algn="l">
              <a:lnSpc>
                <a:spcPct val="100000"/>
              </a:lnSpc>
              <a:spcBef>
                <a:spcPts val="800"/>
              </a:spcBef>
              <a:spcAft>
                <a:spcPts val="0"/>
              </a:spcAft>
              <a:buSzPts val="1100"/>
              <a:buChar char="►"/>
              <a:defRPr/>
            </a:lvl8pPr>
            <a:lvl9pPr indent="-298450" lvl="8" marL="4114800" algn="l">
              <a:lnSpc>
                <a:spcPct val="100000"/>
              </a:lnSpc>
              <a:spcBef>
                <a:spcPts val="800"/>
              </a:spcBef>
              <a:spcAft>
                <a:spcPts val="0"/>
              </a:spcAft>
              <a:buSzPts val="1100"/>
              <a:buChar char="►"/>
              <a:defRPr/>
            </a:lvl9pPr>
          </a:lstStyle>
          <a:p/>
        </p:txBody>
      </p:sp>
      <p:sp>
        <p:nvSpPr>
          <p:cNvPr id="327" name="Google Shape;327;p52"/>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8" name="Google Shape;328;p52"/>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9" name="Google Shape;329;p52"/>
          <p:cNvSpPr txBox="1"/>
          <p:nvPr>
            <p:ph idx="12" type="sldNum"/>
          </p:nvPr>
        </p:nvSpPr>
        <p:spPr>
          <a:xfrm>
            <a:off x="8631496" y="4844255"/>
            <a:ext cx="512700" cy="273900"/>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9.xml"/><Relationship Id="rId11" Type="http://schemas.openxmlformats.org/officeDocument/2006/relationships/slideLayout" Target="../slideLayouts/slideLayout20.xml"/><Relationship Id="rId22" Type="http://schemas.openxmlformats.org/officeDocument/2006/relationships/theme" Target="../theme/theme1.xml"/><Relationship Id="rId10" Type="http://schemas.openxmlformats.org/officeDocument/2006/relationships/slideLayout" Target="../slideLayouts/slideLayout19.xml"/><Relationship Id="rId21" Type="http://schemas.openxmlformats.org/officeDocument/2006/relationships/slideLayout" Target="../slideLayouts/slideLayout30.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19" Type="http://schemas.openxmlformats.org/officeDocument/2006/relationships/slideLayout" Target="../slideLayouts/slideLayout28.xml"/><Relationship Id="rId6" Type="http://schemas.openxmlformats.org/officeDocument/2006/relationships/slideLayout" Target="../slideLayouts/slideLayout15.xml"/><Relationship Id="rId18" Type="http://schemas.openxmlformats.org/officeDocument/2006/relationships/slideLayout" Target="../slideLayouts/slideLayout27.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8.xml"/><Relationship Id="rId11" Type="http://schemas.openxmlformats.org/officeDocument/2006/relationships/slideLayout" Target="../slideLayouts/slideLayout39.xml"/><Relationship Id="rId22" Type="http://schemas.openxmlformats.org/officeDocument/2006/relationships/theme" Target="../theme/theme2.xml"/><Relationship Id="rId10" Type="http://schemas.openxmlformats.org/officeDocument/2006/relationships/slideLayout" Target="../slideLayouts/slideLayout38.xml"/><Relationship Id="rId21" Type="http://schemas.openxmlformats.org/officeDocument/2006/relationships/slideLayout" Target="../slideLayouts/slideLayout49.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7" Type="http://schemas.openxmlformats.org/officeDocument/2006/relationships/slideLayout" Target="../slideLayouts/slideLayout45.xml"/><Relationship Id="rId16" Type="http://schemas.openxmlformats.org/officeDocument/2006/relationships/slideLayout" Target="../slideLayouts/slideLayout44.xml"/><Relationship Id="rId5" Type="http://schemas.openxmlformats.org/officeDocument/2006/relationships/slideLayout" Target="../slideLayouts/slideLayout33.xml"/><Relationship Id="rId19" Type="http://schemas.openxmlformats.org/officeDocument/2006/relationships/slideLayout" Target="../slideLayouts/slideLayout47.xml"/><Relationship Id="rId6" Type="http://schemas.openxmlformats.org/officeDocument/2006/relationships/slideLayout" Target="../slideLayouts/slideLayout34.xml"/><Relationship Id="rId18" Type="http://schemas.openxmlformats.org/officeDocument/2006/relationships/slideLayout" Target="../slideLayouts/slideLayout46.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marR="0" algn="l">
              <a:lnSpc>
                <a:spcPct val="100000"/>
              </a:lnSpc>
              <a:spcBef>
                <a:spcPts val="0"/>
              </a:spcBef>
              <a:spcAft>
                <a:spcPts val="0"/>
              </a:spcAft>
              <a:buClr>
                <a:schemeClr val="accent1"/>
              </a:buClr>
              <a:buSzPts val="2700"/>
              <a:buFont typeface="Trebuchet MS"/>
              <a:buNone/>
              <a:defRPr b="0" i="0" sz="2700" u="none" cap="none" strike="noStrike">
                <a:solidFill>
                  <a:schemeClr val="accent1"/>
                </a:solidFill>
                <a:latin typeface="Trebuchet MS"/>
                <a:ea typeface="Trebuchet MS"/>
                <a:cs typeface="Trebuchet MS"/>
                <a:sym typeface="Trebuchet MS"/>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9pPr>
          </a:lstStyle>
          <a:p/>
        </p:txBody>
      </p:sp>
      <p:sp>
        <p:nvSpPr>
          <p:cNvPr id="52" name="Google Shape;52;p13"/>
          <p:cNvSpPr txBox="1"/>
          <p:nvPr>
            <p:ph idx="1" type="body"/>
          </p:nvPr>
        </p:nvSpPr>
        <p:spPr>
          <a:xfrm>
            <a:off x="508000" y="1620442"/>
            <a:ext cx="6447600" cy="2910600"/>
          </a:xfrm>
          <a:prstGeom prst="rect">
            <a:avLst/>
          </a:prstGeom>
          <a:noFill/>
          <a:ln>
            <a:noFill/>
          </a:ln>
        </p:spPr>
        <p:txBody>
          <a:bodyPr anchorCtr="0" anchor="t" bIns="34275" lIns="68575" spcFirstLastPara="1" rIns="68575" wrap="square" tIns="34275">
            <a:normAutofit/>
          </a:bodyPr>
          <a:lstStyle>
            <a:lvl1pPr indent="-298450" lvl="0" marL="457200" marR="0" algn="l">
              <a:lnSpc>
                <a:spcPct val="100000"/>
              </a:lnSpc>
              <a:spcBef>
                <a:spcPts val="800"/>
              </a:spcBef>
              <a:spcAft>
                <a:spcPts val="0"/>
              </a:spcAft>
              <a:buClr>
                <a:schemeClr val="accent1"/>
              </a:buClr>
              <a:buSzPts val="1100"/>
              <a:buFont typeface="Noto Sans Symbols"/>
              <a:buChar char="►"/>
              <a:defRPr b="0" i="0" sz="1400" u="none" cap="none" strike="noStrike">
                <a:solidFill>
                  <a:srgbClr val="3F3F3F"/>
                </a:solidFill>
                <a:latin typeface="Trebuchet MS"/>
                <a:ea typeface="Trebuchet MS"/>
                <a:cs typeface="Trebuchet MS"/>
                <a:sym typeface="Trebuchet MS"/>
              </a:defRPr>
            </a:lvl1pPr>
            <a:lvl2pPr indent="-292100" lvl="1" marL="914400" marR="0" algn="l">
              <a:lnSpc>
                <a:spcPct val="100000"/>
              </a:lnSpc>
              <a:spcBef>
                <a:spcPts val="800"/>
              </a:spcBef>
              <a:spcAft>
                <a:spcPts val="0"/>
              </a:spcAft>
              <a:buClr>
                <a:schemeClr val="accent1"/>
              </a:buClr>
              <a:buSzPts val="1000"/>
              <a:buFont typeface="Noto Sans Symbols"/>
              <a:buChar char="►"/>
              <a:defRPr b="0" i="0" sz="1200" u="none" cap="none" strike="noStrike">
                <a:solidFill>
                  <a:srgbClr val="3F3F3F"/>
                </a:solidFill>
                <a:latin typeface="Trebuchet MS"/>
                <a:ea typeface="Trebuchet MS"/>
                <a:cs typeface="Trebuchet MS"/>
                <a:sym typeface="Trebuchet MS"/>
              </a:defRPr>
            </a:lvl2pPr>
            <a:lvl3pPr indent="-279400" lvl="2" marL="1371600" marR="0" algn="l">
              <a:lnSpc>
                <a:spcPct val="100000"/>
              </a:lnSpc>
              <a:spcBef>
                <a:spcPts val="800"/>
              </a:spcBef>
              <a:spcAft>
                <a:spcPts val="0"/>
              </a:spcAft>
              <a:buClr>
                <a:schemeClr val="accent1"/>
              </a:buClr>
              <a:buSzPts val="800"/>
              <a:buFont typeface="Noto Sans Symbols"/>
              <a:buChar char="►"/>
              <a:defRPr b="0" i="0" sz="1100" u="none" cap="none" strike="noStrike">
                <a:solidFill>
                  <a:srgbClr val="3F3F3F"/>
                </a:solidFill>
                <a:latin typeface="Trebuchet MS"/>
                <a:ea typeface="Trebuchet MS"/>
                <a:cs typeface="Trebuchet MS"/>
                <a:sym typeface="Trebuchet MS"/>
              </a:defRPr>
            </a:lvl3pPr>
            <a:lvl4pPr indent="-273050" lvl="3" marL="18288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4pPr>
            <a:lvl5pPr indent="-273050" lvl="4" marL="22860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5pPr>
            <a:lvl6pPr indent="-273050" lvl="5" marL="27432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6pPr>
            <a:lvl7pPr indent="-273050" lvl="6" marL="32004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7pPr>
            <a:lvl8pPr indent="-273050" lvl="7" marL="36576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8pPr>
            <a:lvl9pPr indent="-273050" lvl="8" marL="41148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9pPr>
          </a:lstStyle>
          <a:p/>
        </p:txBody>
      </p:sp>
      <p:sp>
        <p:nvSpPr>
          <p:cNvPr id="53" name="Google Shape;53;p13"/>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marR="0" algn="r">
              <a:lnSpc>
                <a:spcPct val="100000"/>
              </a:lnSpc>
              <a:spcBef>
                <a:spcPts val="0"/>
              </a:spcBef>
              <a:spcAft>
                <a:spcPts val="0"/>
              </a:spcAft>
              <a:buClr>
                <a:srgbClr val="000000"/>
              </a:buClr>
              <a:buSzPts val="1100"/>
              <a:buFont typeface="Arial"/>
              <a:buNone/>
              <a:defRPr b="0" i="0" sz="700" u="none" cap="none" strike="noStrike">
                <a:solidFill>
                  <a:srgbClr val="888888"/>
                </a:solidFill>
                <a:latin typeface="Trebuchet MS"/>
                <a:ea typeface="Trebuchet MS"/>
                <a:cs typeface="Trebuchet MS"/>
                <a:sym typeface="Trebuchet MS"/>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9pPr>
          </a:lstStyle>
          <a:p/>
        </p:txBody>
      </p:sp>
      <p:sp>
        <p:nvSpPr>
          <p:cNvPr id="54" name="Google Shape;54;p13"/>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700" u="none" cap="none" strike="noStrike">
                <a:solidFill>
                  <a:srgbClr val="888888"/>
                </a:solidFill>
                <a:latin typeface="Trebuchet MS"/>
                <a:ea typeface="Trebuchet MS"/>
                <a:cs typeface="Trebuchet MS"/>
                <a:sym typeface="Trebuchet MS"/>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9pPr>
          </a:lstStyle>
          <a:p/>
        </p:txBody>
      </p:sp>
      <p:sp>
        <p:nvSpPr>
          <p:cNvPr id="55" name="Google Shape;55;p13"/>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56" name="Google Shape;56;p13"/>
          <p:cNvPicPr preferRelativeResize="0"/>
          <p:nvPr/>
        </p:nvPicPr>
        <p:blipFill rotWithShape="1">
          <a:blip r:embed="rId1">
            <a:alphaModFix/>
          </a:blip>
          <a:srcRect b="14535" l="23448" r="24617" t="15279"/>
          <a:stretch/>
        </p:blipFill>
        <p:spPr>
          <a:xfrm>
            <a:off x="40426" y="4836797"/>
            <a:ext cx="375210" cy="285160"/>
          </a:xfrm>
          <a:prstGeom prst="rect">
            <a:avLst/>
          </a:prstGeom>
          <a:noFill/>
          <a:ln>
            <a:noFill/>
          </a:ln>
        </p:spPr>
      </p:pic>
      <p:cxnSp>
        <p:nvCxnSpPr>
          <p:cNvPr id="57" name="Google Shape;57;p13"/>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58" name="Google Shape;58;p13"/>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59" name="Google Shape;59;p13"/>
          <p:cNvPicPr preferRelativeResize="0"/>
          <p:nvPr/>
        </p:nvPicPr>
        <p:blipFill rotWithShape="1">
          <a:blip r:embed="rId2">
            <a:alphaModFix/>
          </a:blip>
          <a:srcRect b="36939" l="12819" r="12437" t="19481"/>
          <a:stretch/>
        </p:blipFill>
        <p:spPr>
          <a:xfrm>
            <a:off x="532367" y="4886531"/>
            <a:ext cx="697038" cy="181466"/>
          </a:xfrm>
          <a:prstGeom prst="rect">
            <a:avLst/>
          </a:prstGeom>
          <a:noFill/>
          <a:ln>
            <a:noFill/>
          </a:ln>
        </p:spPr>
      </p:pic>
      <p:sp>
        <p:nvSpPr>
          <p:cNvPr id="60" name="Google Shape;60;p13"/>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61" name="Google Shape;61;p13"/>
          <p:cNvPicPr preferRelativeResize="0"/>
          <p:nvPr/>
        </p:nvPicPr>
        <p:blipFill rotWithShape="1">
          <a:blip r:embed="rId1">
            <a:alphaModFix/>
          </a:blip>
          <a:srcRect b="14535" l="23448" r="24617" t="15279"/>
          <a:stretch/>
        </p:blipFill>
        <p:spPr>
          <a:xfrm>
            <a:off x="40426" y="4836797"/>
            <a:ext cx="375210" cy="285160"/>
          </a:xfrm>
          <a:prstGeom prst="rect">
            <a:avLst/>
          </a:prstGeom>
          <a:noFill/>
          <a:ln>
            <a:noFill/>
          </a:ln>
        </p:spPr>
      </p:pic>
      <p:cxnSp>
        <p:nvCxnSpPr>
          <p:cNvPr id="62" name="Google Shape;62;p13"/>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63" name="Google Shape;63;p13"/>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64" name="Google Shape;64;p13"/>
          <p:cNvPicPr preferRelativeResize="0"/>
          <p:nvPr/>
        </p:nvPicPr>
        <p:blipFill rotWithShape="1">
          <a:blip r:embed="rId2">
            <a:alphaModFix/>
          </a:blip>
          <a:srcRect b="36939" l="12819" r="12437" t="19481"/>
          <a:stretch/>
        </p:blipFill>
        <p:spPr>
          <a:xfrm>
            <a:off x="520157" y="4888645"/>
            <a:ext cx="697038" cy="18146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33"/>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marR="0" algn="l">
              <a:lnSpc>
                <a:spcPct val="100000"/>
              </a:lnSpc>
              <a:spcBef>
                <a:spcPts val="0"/>
              </a:spcBef>
              <a:spcAft>
                <a:spcPts val="0"/>
              </a:spcAft>
              <a:buClr>
                <a:schemeClr val="accent1"/>
              </a:buClr>
              <a:buSzPts val="2700"/>
              <a:buFont typeface="Trebuchet MS"/>
              <a:buNone/>
              <a:defRPr b="0" i="0" sz="2700" u="none" cap="none" strike="noStrike">
                <a:solidFill>
                  <a:schemeClr val="accent1"/>
                </a:solidFill>
                <a:latin typeface="Trebuchet MS"/>
                <a:ea typeface="Trebuchet MS"/>
                <a:cs typeface="Trebuchet MS"/>
                <a:sym typeface="Trebuchet MS"/>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9pPr>
          </a:lstStyle>
          <a:p/>
        </p:txBody>
      </p:sp>
      <p:sp>
        <p:nvSpPr>
          <p:cNvPr id="192" name="Google Shape;192;p33"/>
          <p:cNvSpPr txBox="1"/>
          <p:nvPr>
            <p:ph idx="1" type="body"/>
          </p:nvPr>
        </p:nvSpPr>
        <p:spPr>
          <a:xfrm>
            <a:off x="508000" y="1620442"/>
            <a:ext cx="6447600" cy="2910600"/>
          </a:xfrm>
          <a:prstGeom prst="rect">
            <a:avLst/>
          </a:prstGeom>
          <a:noFill/>
          <a:ln>
            <a:noFill/>
          </a:ln>
        </p:spPr>
        <p:txBody>
          <a:bodyPr anchorCtr="0" anchor="t" bIns="34275" lIns="68575" spcFirstLastPara="1" rIns="68575" wrap="square" tIns="34275">
            <a:normAutofit/>
          </a:bodyPr>
          <a:lstStyle>
            <a:lvl1pPr indent="-298450" lvl="0" marL="457200" marR="0" algn="l">
              <a:lnSpc>
                <a:spcPct val="100000"/>
              </a:lnSpc>
              <a:spcBef>
                <a:spcPts val="800"/>
              </a:spcBef>
              <a:spcAft>
                <a:spcPts val="0"/>
              </a:spcAft>
              <a:buClr>
                <a:schemeClr val="accent1"/>
              </a:buClr>
              <a:buSzPts val="1100"/>
              <a:buFont typeface="Noto Sans Symbols"/>
              <a:buChar char="►"/>
              <a:defRPr b="0" i="0" sz="1400" u="none" cap="none" strike="noStrike">
                <a:solidFill>
                  <a:srgbClr val="3F3F3F"/>
                </a:solidFill>
                <a:latin typeface="Trebuchet MS"/>
                <a:ea typeface="Trebuchet MS"/>
                <a:cs typeface="Trebuchet MS"/>
                <a:sym typeface="Trebuchet MS"/>
              </a:defRPr>
            </a:lvl1pPr>
            <a:lvl2pPr indent="-292100" lvl="1" marL="914400" marR="0" algn="l">
              <a:lnSpc>
                <a:spcPct val="100000"/>
              </a:lnSpc>
              <a:spcBef>
                <a:spcPts val="800"/>
              </a:spcBef>
              <a:spcAft>
                <a:spcPts val="0"/>
              </a:spcAft>
              <a:buClr>
                <a:schemeClr val="accent1"/>
              </a:buClr>
              <a:buSzPts val="1000"/>
              <a:buFont typeface="Noto Sans Symbols"/>
              <a:buChar char="►"/>
              <a:defRPr b="0" i="0" sz="1200" u="none" cap="none" strike="noStrike">
                <a:solidFill>
                  <a:srgbClr val="3F3F3F"/>
                </a:solidFill>
                <a:latin typeface="Trebuchet MS"/>
                <a:ea typeface="Trebuchet MS"/>
                <a:cs typeface="Trebuchet MS"/>
                <a:sym typeface="Trebuchet MS"/>
              </a:defRPr>
            </a:lvl2pPr>
            <a:lvl3pPr indent="-279400" lvl="2" marL="1371600" marR="0" algn="l">
              <a:lnSpc>
                <a:spcPct val="100000"/>
              </a:lnSpc>
              <a:spcBef>
                <a:spcPts val="800"/>
              </a:spcBef>
              <a:spcAft>
                <a:spcPts val="0"/>
              </a:spcAft>
              <a:buClr>
                <a:schemeClr val="accent1"/>
              </a:buClr>
              <a:buSzPts val="800"/>
              <a:buFont typeface="Noto Sans Symbols"/>
              <a:buChar char="►"/>
              <a:defRPr b="0" i="0" sz="1100" u="none" cap="none" strike="noStrike">
                <a:solidFill>
                  <a:srgbClr val="3F3F3F"/>
                </a:solidFill>
                <a:latin typeface="Trebuchet MS"/>
                <a:ea typeface="Trebuchet MS"/>
                <a:cs typeface="Trebuchet MS"/>
                <a:sym typeface="Trebuchet MS"/>
              </a:defRPr>
            </a:lvl3pPr>
            <a:lvl4pPr indent="-273050" lvl="3" marL="18288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4pPr>
            <a:lvl5pPr indent="-273050" lvl="4" marL="22860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5pPr>
            <a:lvl6pPr indent="-273050" lvl="5" marL="27432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6pPr>
            <a:lvl7pPr indent="-273050" lvl="6" marL="32004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7pPr>
            <a:lvl8pPr indent="-273050" lvl="7" marL="36576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8pPr>
            <a:lvl9pPr indent="-273050" lvl="8" marL="4114800" marR="0" algn="l">
              <a:lnSpc>
                <a:spcPct val="100000"/>
              </a:lnSpc>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9pPr>
          </a:lstStyle>
          <a:p/>
        </p:txBody>
      </p:sp>
      <p:sp>
        <p:nvSpPr>
          <p:cNvPr id="193" name="Google Shape;193;p33"/>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marR="0" algn="r">
              <a:lnSpc>
                <a:spcPct val="100000"/>
              </a:lnSpc>
              <a:spcBef>
                <a:spcPts val="0"/>
              </a:spcBef>
              <a:spcAft>
                <a:spcPts val="0"/>
              </a:spcAft>
              <a:buClr>
                <a:srgbClr val="000000"/>
              </a:buClr>
              <a:buSzPts val="1100"/>
              <a:buFont typeface="Arial"/>
              <a:buNone/>
              <a:defRPr b="0" i="0" sz="700" u="none" cap="none" strike="noStrike">
                <a:solidFill>
                  <a:srgbClr val="888888"/>
                </a:solidFill>
                <a:latin typeface="Trebuchet MS"/>
                <a:ea typeface="Trebuchet MS"/>
                <a:cs typeface="Trebuchet MS"/>
                <a:sym typeface="Trebuchet MS"/>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9pPr>
          </a:lstStyle>
          <a:p/>
        </p:txBody>
      </p:sp>
      <p:sp>
        <p:nvSpPr>
          <p:cNvPr id="194" name="Google Shape;194;p33"/>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700" u="none" cap="none" strike="noStrike">
                <a:solidFill>
                  <a:srgbClr val="888888"/>
                </a:solidFill>
                <a:latin typeface="Trebuchet MS"/>
                <a:ea typeface="Trebuchet MS"/>
                <a:cs typeface="Trebuchet MS"/>
                <a:sym typeface="Trebuchet MS"/>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Trebuchet MS"/>
                <a:ea typeface="Trebuchet MS"/>
                <a:cs typeface="Trebuchet MS"/>
                <a:sym typeface="Trebuchet MS"/>
              </a:defRPr>
            </a:lvl9pPr>
          </a:lstStyle>
          <a:p/>
        </p:txBody>
      </p:sp>
      <p:sp>
        <p:nvSpPr>
          <p:cNvPr id="195" name="Google Shape;195;p33"/>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196" name="Google Shape;196;p33"/>
          <p:cNvPicPr preferRelativeResize="0"/>
          <p:nvPr/>
        </p:nvPicPr>
        <p:blipFill rotWithShape="1">
          <a:blip r:embed="rId1">
            <a:alphaModFix/>
          </a:blip>
          <a:srcRect b="14535" l="23447" r="24621" t="15279"/>
          <a:stretch/>
        </p:blipFill>
        <p:spPr>
          <a:xfrm>
            <a:off x="40426" y="4836797"/>
            <a:ext cx="375210" cy="285160"/>
          </a:xfrm>
          <a:prstGeom prst="rect">
            <a:avLst/>
          </a:prstGeom>
          <a:noFill/>
          <a:ln>
            <a:noFill/>
          </a:ln>
        </p:spPr>
      </p:pic>
      <p:cxnSp>
        <p:nvCxnSpPr>
          <p:cNvPr id="197" name="Google Shape;197;p33"/>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198" name="Google Shape;198;p33"/>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199" name="Google Shape;199;p33"/>
          <p:cNvPicPr preferRelativeResize="0"/>
          <p:nvPr/>
        </p:nvPicPr>
        <p:blipFill rotWithShape="1">
          <a:blip r:embed="rId2">
            <a:alphaModFix/>
          </a:blip>
          <a:srcRect b="36939" l="12819" r="12437" t="19481"/>
          <a:stretch/>
        </p:blipFill>
        <p:spPr>
          <a:xfrm>
            <a:off x="532367" y="4886531"/>
            <a:ext cx="697038" cy="181466"/>
          </a:xfrm>
          <a:prstGeom prst="rect">
            <a:avLst/>
          </a:prstGeom>
          <a:noFill/>
          <a:ln>
            <a:noFill/>
          </a:ln>
        </p:spPr>
      </p:pic>
      <p:sp>
        <p:nvSpPr>
          <p:cNvPr id="200" name="Google Shape;200;p33"/>
          <p:cNvSpPr/>
          <p:nvPr/>
        </p:nvSpPr>
        <p:spPr>
          <a:xfrm>
            <a:off x="0" y="4804865"/>
            <a:ext cx="9144000" cy="3387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rebuchet MS"/>
              <a:ea typeface="Trebuchet MS"/>
              <a:cs typeface="Trebuchet MS"/>
              <a:sym typeface="Trebuchet MS"/>
            </a:endParaRPr>
          </a:p>
        </p:txBody>
      </p:sp>
      <p:pic>
        <p:nvPicPr>
          <p:cNvPr descr="University of Michigan | University of Michigan Health" id="201" name="Google Shape;201;p33"/>
          <p:cNvPicPr preferRelativeResize="0"/>
          <p:nvPr/>
        </p:nvPicPr>
        <p:blipFill rotWithShape="1">
          <a:blip r:embed="rId1">
            <a:alphaModFix/>
          </a:blip>
          <a:srcRect b="14535" l="23447" r="24621" t="15279"/>
          <a:stretch/>
        </p:blipFill>
        <p:spPr>
          <a:xfrm>
            <a:off x="40426" y="4836797"/>
            <a:ext cx="375210" cy="285160"/>
          </a:xfrm>
          <a:prstGeom prst="rect">
            <a:avLst/>
          </a:prstGeom>
          <a:noFill/>
          <a:ln>
            <a:noFill/>
          </a:ln>
        </p:spPr>
      </p:pic>
      <p:cxnSp>
        <p:nvCxnSpPr>
          <p:cNvPr id="202" name="Google Shape;202;p33"/>
          <p:cNvCxnSpPr/>
          <p:nvPr/>
        </p:nvCxnSpPr>
        <p:spPr>
          <a:xfrm>
            <a:off x="460550" y="4838408"/>
            <a:ext cx="0" cy="274200"/>
          </a:xfrm>
          <a:prstGeom prst="straightConnector1">
            <a:avLst/>
          </a:prstGeom>
          <a:noFill/>
          <a:ln cap="rnd" cmpd="sng" w="9525">
            <a:solidFill>
              <a:schemeClr val="lt1"/>
            </a:solidFill>
            <a:prstDash val="solid"/>
            <a:round/>
            <a:headEnd len="sm" w="sm" type="none"/>
            <a:tailEnd len="sm" w="sm" type="none"/>
          </a:ln>
        </p:spPr>
      </p:cxnSp>
      <p:sp>
        <p:nvSpPr>
          <p:cNvPr id="203" name="Google Shape;203;p33"/>
          <p:cNvSpPr txBox="1"/>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chemeClr val="lt1"/>
                </a:solidFill>
                <a:latin typeface="Trebuchet MS"/>
                <a:ea typeface="Trebuchet MS"/>
                <a:cs typeface="Trebuchet MS"/>
                <a:sym typeface="Trebuchet MS"/>
              </a:rPr>
              <a:t>‹#›</a:t>
            </a:fld>
            <a:endParaRPr b="0" i="0" sz="1400" u="none" cap="none" strike="noStrike">
              <a:solidFill>
                <a:schemeClr val="lt1"/>
              </a:solidFill>
              <a:latin typeface="Trebuchet MS"/>
              <a:ea typeface="Trebuchet MS"/>
              <a:cs typeface="Trebuchet MS"/>
              <a:sym typeface="Trebuchet MS"/>
            </a:endParaRPr>
          </a:p>
        </p:txBody>
      </p:sp>
      <p:pic>
        <p:nvPicPr>
          <p:cNvPr id="204" name="Google Shape;204;p33"/>
          <p:cNvPicPr preferRelativeResize="0"/>
          <p:nvPr/>
        </p:nvPicPr>
        <p:blipFill rotWithShape="1">
          <a:blip r:embed="rId2">
            <a:alphaModFix/>
          </a:blip>
          <a:srcRect b="36939" l="12819" r="12437" t="19481"/>
          <a:stretch/>
        </p:blipFill>
        <p:spPr>
          <a:xfrm>
            <a:off x="520157" y="4888645"/>
            <a:ext cx="697038" cy="18146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3"/>
          <p:cNvSpPr txBox="1"/>
          <p:nvPr>
            <p:ph idx="4294967295" type="subTitle"/>
          </p:nvPr>
        </p:nvSpPr>
        <p:spPr>
          <a:xfrm>
            <a:off x="2117160" y="4265465"/>
            <a:ext cx="5054100" cy="569100"/>
          </a:xfrm>
          <a:prstGeom prst="rect">
            <a:avLst/>
          </a:prstGeom>
          <a:noFill/>
          <a:ln>
            <a:noFill/>
          </a:ln>
        </p:spPr>
        <p:txBody>
          <a:bodyPr anchorCtr="0" anchor="t" bIns="34275" lIns="68575" spcFirstLastPara="1" rIns="68575" wrap="square" tIns="34275">
            <a:normAutofit fontScale="77500" lnSpcReduction="20000"/>
          </a:bodyPr>
          <a:lstStyle/>
          <a:p>
            <a:pPr indent="0" lvl="0" marL="0" marR="0" rtl="0" algn="ctr">
              <a:lnSpc>
                <a:spcPct val="100000"/>
              </a:lnSpc>
              <a:spcBef>
                <a:spcPts val="800"/>
              </a:spcBef>
              <a:spcAft>
                <a:spcPts val="0"/>
              </a:spcAft>
              <a:buClr>
                <a:schemeClr val="accent1"/>
              </a:buClr>
              <a:buSzPct val="78571"/>
              <a:buFont typeface="Noto Sans Symbols"/>
              <a:buNone/>
            </a:pPr>
            <a:r>
              <a:rPr b="0" i="0" lang="en" sz="1400" u="none" cap="none" strike="noStrike">
                <a:solidFill>
                  <a:srgbClr val="00274C"/>
                </a:solidFill>
                <a:latin typeface="Trebuchet MS"/>
                <a:ea typeface="Trebuchet MS"/>
                <a:cs typeface="Trebuchet MS"/>
                <a:sym typeface="Trebuchet MS"/>
              </a:rPr>
              <a:t>Sec </a:t>
            </a:r>
            <a:r>
              <a:rPr lang="en">
                <a:solidFill>
                  <a:srgbClr val="00274C"/>
                </a:solidFill>
              </a:rPr>
              <a:t>16</a:t>
            </a:r>
            <a:r>
              <a:rPr b="0" i="0" lang="en" sz="1400" u="none" cap="none" strike="noStrike">
                <a:solidFill>
                  <a:srgbClr val="00274C"/>
                </a:solidFill>
                <a:latin typeface="Trebuchet MS"/>
                <a:ea typeface="Trebuchet MS"/>
                <a:cs typeface="Trebuchet MS"/>
                <a:sym typeface="Trebuchet MS"/>
              </a:rPr>
              <a:t>: Fr 12:30pm-1:30pm </a:t>
            </a:r>
            <a:r>
              <a:rPr lang="en">
                <a:solidFill>
                  <a:srgbClr val="00274C"/>
                </a:solidFill>
              </a:rPr>
              <a:t>FXB 1024</a:t>
            </a:r>
            <a:br>
              <a:rPr b="0" i="0" lang="en" sz="1400" u="none" cap="none" strike="noStrike">
                <a:solidFill>
                  <a:srgbClr val="00274C"/>
                </a:solidFill>
                <a:latin typeface="Trebuchet MS"/>
                <a:ea typeface="Trebuchet MS"/>
                <a:cs typeface="Trebuchet MS"/>
                <a:sym typeface="Trebuchet MS"/>
              </a:rPr>
            </a:br>
            <a:r>
              <a:rPr b="0" i="0" lang="en" sz="1400" u="none" cap="none" strike="noStrike">
                <a:solidFill>
                  <a:srgbClr val="00274C"/>
                </a:solidFill>
                <a:latin typeface="Trebuchet MS"/>
                <a:ea typeface="Trebuchet MS"/>
                <a:cs typeface="Trebuchet MS"/>
                <a:sym typeface="Trebuchet MS"/>
              </a:rPr>
              <a:t>IA: </a:t>
            </a:r>
            <a:r>
              <a:rPr lang="en">
                <a:solidFill>
                  <a:srgbClr val="00274C"/>
                </a:solidFill>
              </a:rPr>
              <a:t>Nick Frieler</a:t>
            </a:r>
            <a:endParaRPr/>
          </a:p>
          <a:p>
            <a:pPr indent="0" lvl="0" marL="0" marR="0" rtl="0" algn="ctr">
              <a:lnSpc>
                <a:spcPct val="100000"/>
              </a:lnSpc>
              <a:spcBef>
                <a:spcPts val="800"/>
              </a:spcBef>
              <a:spcAft>
                <a:spcPts val="0"/>
              </a:spcAft>
              <a:buClr>
                <a:schemeClr val="accent1"/>
              </a:buClr>
              <a:buSzPct val="78571"/>
              <a:buFont typeface="Noto Sans Symbols"/>
              <a:buNone/>
            </a:pPr>
            <a:r>
              <a:t/>
            </a:r>
            <a:endParaRPr b="0" i="0" sz="1400" u="none" cap="none" strike="noStrike">
              <a:solidFill>
                <a:srgbClr val="00274C"/>
              </a:solidFill>
              <a:latin typeface="Trebuchet MS"/>
              <a:ea typeface="Trebuchet MS"/>
              <a:cs typeface="Trebuchet MS"/>
              <a:sym typeface="Trebuchet MS"/>
            </a:endParaRPr>
          </a:p>
        </p:txBody>
      </p:sp>
      <p:sp>
        <p:nvSpPr>
          <p:cNvPr id="336" name="Google Shape;336;p53"/>
          <p:cNvSpPr txBox="1"/>
          <p:nvPr/>
        </p:nvSpPr>
        <p:spPr>
          <a:xfrm>
            <a:off x="1659298" y="749630"/>
            <a:ext cx="5825400" cy="9726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rgbClr val="00274C"/>
                </a:solidFill>
                <a:latin typeface="Arial"/>
                <a:ea typeface="Arial"/>
                <a:cs typeface="Arial"/>
                <a:sym typeface="Arial"/>
              </a:rPr>
              <a:t>D</a:t>
            </a:r>
            <a:r>
              <a:rPr lang="en" sz="2700">
                <a:solidFill>
                  <a:srgbClr val="00274C"/>
                </a:solidFill>
              </a:rPr>
              <a:t>3</a:t>
            </a:r>
            <a:r>
              <a:rPr b="0" i="0" lang="en" sz="2700" u="none" cap="none" strike="noStrike">
                <a:solidFill>
                  <a:srgbClr val="00274C"/>
                </a:solidFill>
                <a:latin typeface="Arial"/>
                <a:ea typeface="Arial"/>
                <a:cs typeface="Arial"/>
                <a:sym typeface="Arial"/>
              </a:rPr>
              <a:t>: </a:t>
            </a:r>
            <a:r>
              <a:rPr lang="en" sz="2700">
                <a:solidFill>
                  <a:srgbClr val="00274C"/>
                </a:solidFill>
              </a:rPr>
              <a:t>Dynamic Programming</a:t>
            </a:r>
            <a:endParaRPr sz="1100"/>
          </a:p>
        </p:txBody>
      </p:sp>
      <p:sp>
        <p:nvSpPr>
          <p:cNvPr id="337" name="Google Shape;337;p53"/>
          <p:cNvSpPr txBox="1"/>
          <p:nvPr/>
        </p:nvSpPr>
        <p:spPr>
          <a:xfrm>
            <a:off x="2117160" y="4839553"/>
            <a:ext cx="5126700" cy="2847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chemeClr val="lt1"/>
              </a:buClr>
              <a:buSzPts val="1400"/>
              <a:buFont typeface="Trebuchet MS"/>
              <a:buNone/>
            </a:pPr>
            <a:r>
              <a:rPr b="0" i="0" lang="en" sz="1400" u="none" cap="none" strike="noStrike">
                <a:solidFill>
                  <a:schemeClr val="lt1"/>
                </a:solidFill>
                <a:latin typeface="Trebuchet MS"/>
                <a:ea typeface="Trebuchet MS"/>
                <a:cs typeface="Trebuchet MS"/>
                <a:sym typeface="Trebuchet MS"/>
              </a:rPr>
              <a:t>Slide deck available at course drive/Discussions/Slides/</a:t>
            </a:r>
            <a:r>
              <a:rPr lang="en">
                <a:solidFill>
                  <a:schemeClr val="lt1"/>
                </a:solidFill>
                <a:latin typeface="Trebuchet MS"/>
                <a:ea typeface="Trebuchet MS"/>
                <a:cs typeface="Trebuchet MS"/>
                <a:sym typeface="Trebuchet MS"/>
              </a:rPr>
              <a:t>Nick</a:t>
            </a:r>
            <a:endParaRPr b="0" i="0" sz="1100" u="none" cap="none" strike="noStrike">
              <a:solidFill>
                <a:srgbClr val="000000"/>
              </a:solidFill>
              <a:latin typeface="Arial"/>
              <a:ea typeface="Arial"/>
              <a:cs typeface="Arial"/>
              <a:sym typeface="Arial"/>
            </a:endParaRPr>
          </a:p>
        </p:txBody>
      </p:sp>
      <p:pic>
        <p:nvPicPr>
          <p:cNvPr id="338" name="Google Shape;338;p53"/>
          <p:cNvPicPr preferRelativeResize="0"/>
          <p:nvPr/>
        </p:nvPicPr>
        <p:blipFill>
          <a:blip r:embed="rId3">
            <a:alphaModFix/>
          </a:blip>
          <a:stretch>
            <a:fillRect/>
          </a:stretch>
        </p:blipFill>
        <p:spPr>
          <a:xfrm>
            <a:off x="3502850" y="1479427"/>
            <a:ext cx="2282700" cy="27090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4"/>
          <p:cNvSpPr txBox="1"/>
          <p:nvPr>
            <p:ph type="title"/>
          </p:nvPr>
        </p:nvSpPr>
        <p:spPr>
          <a:xfrm>
            <a:off x="508000" y="457200"/>
            <a:ext cx="8123400" cy="745200"/>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chemeClr val="accent1"/>
              </a:buClr>
              <a:buSzPts val="2700"/>
              <a:buFont typeface="Trebuchet MS"/>
              <a:buNone/>
            </a:pPr>
            <a:r>
              <a:rPr lang="en"/>
              <a:t>Agenda</a:t>
            </a:r>
            <a:endParaRPr/>
          </a:p>
        </p:txBody>
      </p:sp>
      <p:sp>
        <p:nvSpPr>
          <p:cNvPr id="345" name="Google Shape;345;p54"/>
          <p:cNvSpPr txBox="1"/>
          <p:nvPr>
            <p:ph idx="1" type="body"/>
          </p:nvPr>
        </p:nvSpPr>
        <p:spPr>
          <a:xfrm>
            <a:off x="508000" y="1202500"/>
            <a:ext cx="8123400" cy="3328500"/>
          </a:xfrm>
          <a:prstGeom prst="rect">
            <a:avLst/>
          </a:prstGeom>
          <a:noFill/>
          <a:ln>
            <a:noFill/>
          </a:ln>
        </p:spPr>
        <p:txBody>
          <a:bodyPr anchorCtr="0" anchor="t" bIns="34275" lIns="68575" spcFirstLastPara="1" rIns="68575" wrap="square" tIns="34275">
            <a:normAutofit/>
          </a:bodyPr>
          <a:lstStyle/>
          <a:p>
            <a:pPr indent="-234950" lvl="0" marL="342900" rtl="0" algn="l">
              <a:lnSpc>
                <a:spcPct val="100000"/>
              </a:lnSpc>
              <a:spcBef>
                <a:spcPts val="800"/>
              </a:spcBef>
              <a:spcAft>
                <a:spcPts val="0"/>
              </a:spcAft>
              <a:buSzPts val="1100"/>
              <a:buChar char="►"/>
            </a:pPr>
            <a:r>
              <a:rPr lang="en"/>
              <a:t>Dynamic programming</a:t>
            </a:r>
            <a:endParaRPr/>
          </a:p>
          <a:p>
            <a:pPr indent="-234950" lvl="1" marL="685800" rtl="0" algn="l">
              <a:lnSpc>
                <a:spcPct val="100000"/>
              </a:lnSpc>
              <a:spcBef>
                <a:spcPts val="800"/>
              </a:spcBef>
              <a:spcAft>
                <a:spcPts val="0"/>
              </a:spcAft>
              <a:buSzPts val="1100"/>
              <a:buChar char="►"/>
            </a:pPr>
            <a:r>
              <a:rPr lang="en"/>
              <a:t>Dynamic</a:t>
            </a:r>
            <a:endParaRPr/>
          </a:p>
          <a:p>
            <a:pPr indent="-234950" lvl="2" marL="1028700" rtl="0" algn="l">
              <a:lnSpc>
                <a:spcPct val="100000"/>
              </a:lnSpc>
              <a:spcBef>
                <a:spcPts val="800"/>
              </a:spcBef>
              <a:spcAft>
                <a:spcPts val="0"/>
              </a:spcAft>
              <a:buSzPts val="1100"/>
              <a:buChar char="►"/>
            </a:pPr>
            <a:r>
              <a:rPr lang="en"/>
              <a:t>Dyn</a:t>
            </a:r>
            <a:endParaRPr/>
          </a:p>
          <a:p>
            <a:pPr indent="-234950" lvl="2" marL="1028700" rtl="0" algn="l">
              <a:lnSpc>
                <a:spcPct val="100000"/>
              </a:lnSpc>
              <a:spcBef>
                <a:spcPts val="800"/>
              </a:spcBef>
              <a:spcAft>
                <a:spcPts val="0"/>
              </a:spcAft>
              <a:buSzPts val="1100"/>
              <a:buChar char="►"/>
            </a:pPr>
            <a:r>
              <a:rPr lang="en"/>
              <a:t>amic</a:t>
            </a:r>
            <a:endParaRPr/>
          </a:p>
          <a:p>
            <a:pPr indent="-234950" lvl="1" marL="685800" rtl="0" algn="l">
              <a:lnSpc>
                <a:spcPct val="100000"/>
              </a:lnSpc>
              <a:spcBef>
                <a:spcPts val="800"/>
              </a:spcBef>
              <a:spcAft>
                <a:spcPts val="0"/>
              </a:spcAft>
              <a:buSzPts val="1100"/>
              <a:buChar char="►"/>
            </a:pPr>
            <a:r>
              <a:rPr lang="en"/>
              <a:t>p</a:t>
            </a:r>
            <a:r>
              <a:rPr lang="en"/>
              <a:t>rogramming</a:t>
            </a:r>
            <a:endParaRPr/>
          </a:p>
          <a:p>
            <a:pPr indent="-234950" lvl="2" marL="1028700" rtl="0" algn="l">
              <a:lnSpc>
                <a:spcPct val="100000"/>
              </a:lnSpc>
              <a:spcBef>
                <a:spcPts val="800"/>
              </a:spcBef>
              <a:spcAft>
                <a:spcPts val="0"/>
              </a:spcAft>
              <a:buSzPts val="1100"/>
              <a:buChar char="►"/>
            </a:pPr>
            <a:r>
              <a:rPr lang="en"/>
              <a:t>p</a:t>
            </a:r>
            <a:r>
              <a:rPr lang="en"/>
              <a:t>rogram</a:t>
            </a:r>
            <a:endParaRPr/>
          </a:p>
          <a:p>
            <a:pPr indent="-234950" lvl="3" marL="1371600" rtl="0" algn="l">
              <a:lnSpc>
                <a:spcPct val="100000"/>
              </a:lnSpc>
              <a:spcBef>
                <a:spcPts val="800"/>
              </a:spcBef>
              <a:spcAft>
                <a:spcPts val="0"/>
              </a:spcAft>
              <a:buSzPts val="1100"/>
              <a:buChar char="►"/>
            </a:pPr>
            <a:r>
              <a:rPr lang="en"/>
              <a:t>p</a:t>
            </a:r>
            <a:r>
              <a:rPr lang="en"/>
              <a:t>ro</a:t>
            </a:r>
            <a:endParaRPr/>
          </a:p>
          <a:p>
            <a:pPr indent="-234950" lvl="3" marL="1371600" rtl="0" algn="l">
              <a:lnSpc>
                <a:spcPct val="100000"/>
              </a:lnSpc>
              <a:spcBef>
                <a:spcPts val="800"/>
              </a:spcBef>
              <a:spcAft>
                <a:spcPts val="0"/>
              </a:spcAft>
              <a:buSzPts val="1100"/>
              <a:buChar char="►"/>
            </a:pPr>
            <a:r>
              <a:rPr lang="en"/>
              <a:t>gram</a:t>
            </a:r>
            <a:endParaRPr/>
          </a:p>
          <a:p>
            <a:pPr indent="-234950" lvl="2" marL="1028700" rtl="0" algn="l">
              <a:lnSpc>
                <a:spcPct val="100000"/>
              </a:lnSpc>
              <a:spcBef>
                <a:spcPts val="800"/>
              </a:spcBef>
              <a:spcAft>
                <a:spcPts val="0"/>
              </a:spcAft>
              <a:buSzPts val="1100"/>
              <a:buChar char="►"/>
            </a:pPr>
            <a:r>
              <a:rPr lang="en"/>
              <a:t>m</a:t>
            </a:r>
            <a:r>
              <a:rPr lang="en"/>
              <a:t>ing</a:t>
            </a:r>
            <a:endParaRPr/>
          </a:p>
          <a:p>
            <a:pPr indent="-234950" lvl="3" marL="1371600" rtl="0" algn="l">
              <a:lnSpc>
                <a:spcPct val="100000"/>
              </a:lnSpc>
              <a:spcBef>
                <a:spcPts val="800"/>
              </a:spcBef>
              <a:spcAft>
                <a:spcPts val="0"/>
              </a:spcAft>
              <a:buSzPts val="1100"/>
              <a:buChar char="►"/>
            </a:pPr>
            <a:r>
              <a:rPr lang="en"/>
              <a:t>m</a:t>
            </a:r>
            <a:endParaRPr/>
          </a:p>
          <a:p>
            <a:pPr indent="-234950" lvl="3" marL="1371600" rtl="0" algn="l">
              <a:lnSpc>
                <a:spcPct val="100000"/>
              </a:lnSpc>
              <a:spcBef>
                <a:spcPts val="800"/>
              </a:spcBef>
              <a:spcAft>
                <a:spcPts val="0"/>
              </a:spcAft>
              <a:buSzPts val="1100"/>
              <a:buChar char="►"/>
            </a:pPr>
            <a:r>
              <a:rPr lang="en"/>
              <a:t>ing</a:t>
            </a:r>
            <a:endParaRPr/>
          </a:p>
        </p:txBody>
      </p:sp>
      <p:sp>
        <p:nvSpPr>
          <p:cNvPr id="346" name="Google Shape;346;p54"/>
          <p:cNvSpPr txBox="1"/>
          <p:nvPr>
            <p:ph idx="12" type="sldNum"/>
          </p:nvPr>
        </p:nvSpPr>
        <p:spPr>
          <a:xfrm>
            <a:off x="8631496" y="4844255"/>
            <a:ext cx="512700" cy="2739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5"/>
          <p:cNvSpPr txBox="1"/>
          <p:nvPr>
            <p:ph type="title"/>
          </p:nvPr>
        </p:nvSpPr>
        <p:spPr>
          <a:xfrm>
            <a:off x="2154162" y="2073757"/>
            <a:ext cx="4835700" cy="996000"/>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Clr>
                <a:schemeClr val="accent1"/>
              </a:buClr>
              <a:buSzPts val="3300"/>
              <a:buFont typeface="Trebuchet MS"/>
              <a:buNone/>
            </a:pPr>
            <a:r>
              <a:rPr lang="en"/>
              <a:t>When can we use DP?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6"/>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DP problems need 2 key features</a:t>
            </a:r>
            <a:endParaRPr/>
          </a:p>
        </p:txBody>
      </p:sp>
      <p:sp>
        <p:nvSpPr>
          <p:cNvPr id="358" name="Google Shape;358;p56"/>
          <p:cNvSpPr txBox="1"/>
          <p:nvPr>
            <p:ph idx="1" type="body"/>
          </p:nvPr>
        </p:nvSpPr>
        <p:spPr>
          <a:xfrm>
            <a:off x="508000" y="1202500"/>
            <a:ext cx="8123400" cy="3328500"/>
          </a:xfrm>
          <a:prstGeom prst="rect">
            <a:avLst/>
          </a:prstGeom>
        </p:spPr>
        <p:txBody>
          <a:bodyPr anchorCtr="0" anchor="t" bIns="34275" lIns="68575" spcFirstLastPara="1" rIns="68575" wrap="square" tIns="34275">
            <a:normAutofit/>
          </a:bodyPr>
          <a:lstStyle/>
          <a:p>
            <a:pPr indent="-298450" lvl="0" marL="457200" rtl="0" algn="l">
              <a:lnSpc>
                <a:spcPct val="150000"/>
              </a:lnSpc>
              <a:spcBef>
                <a:spcPts val="800"/>
              </a:spcBef>
              <a:spcAft>
                <a:spcPts val="0"/>
              </a:spcAft>
              <a:buSzPts val="1100"/>
              <a:buChar char="►"/>
            </a:pPr>
            <a:r>
              <a:rPr lang="en"/>
              <a:t>The “principle of optimality” or “optimal substructure”</a:t>
            </a:r>
            <a:endParaRPr/>
          </a:p>
          <a:p>
            <a:pPr indent="-298450" lvl="1" marL="914400" rtl="0" algn="l">
              <a:lnSpc>
                <a:spcPct val="150000"/>
              </a:lnSpc>
              <a:spcBef>
                <a:spcPts val="0"/>
              </a:spcBef>
              <a:spcAft>
                <a:spcPts val="0"/>
              </a:spcAft>
              <a:buSzPts val="1100"/>
              <a:buChar char="►"/>
            </a:pPr>
            <a:r>
              <a:rPr lang="en"/>
              <a:t>Optimal solutions to a large instance can be obtained from multiple optimal solutions to smaller instances</a:t>
            </a:r>
            <a:endParaRPr/>
          </a:p>
          <a:p>
            <a:pPr indent="-298450" lvl="1" marL="914400" rtl="0" algn="l">
              <a:lnSpc>
                <a:spcPct val="150000"/>
              </a:lnSpc>
              <a:spcBef>
                <a:spcPts val="0"/>
              </a:spcBef>
              <a:spcAft>
                <a:spcPts val="0"/>
              </a:spcAft>
              <a:buSzPts val="1100"/>
              <a:buChar char="►"/>
            </a:pPr>
            <a:r>
              <a:rPr lang="en"/>
              <a:t>There may be more than one optimal solution, but we only need </a:t>
            </a:r>
            <a:r>
              <a:rPr i="1" lang="en" u="sng"/>
              <a:t>at least one</a:t>
            </a:r>
            <a:r>
              <a:rPr lang="en"/>
              <a:t> can be obtained like this</a:t>
            </a:r>
            <a:endParaRPr/>
          </a:p>
          <a:p>
            <a:pPr indent="-298450" lvl="1" marL="914400" rtl="0" algn="l">
              <a:lnSpc>
                <a:spcPct val="150000"/>
              </a:lnSpc>
              <a:spcBef>
                <a:spcPts val="0"/>
              </a:spcBef>
              <a:spcAft>
                <a:spcPts val="0"/>
              </a:spcAft>
              <a:buSzPts val="1100"/>
              <a:buChar char="►"/>
            </a:pPr>
            <a:r>
              <a:rPr lang="en"/>
              <a:t>This should remind you of </a:t>
            </a:r>
            <a:r>
              <a:rPr lang="en" u="sng"/>
              <a:t>recursion</a:t>
            </a:r>
            <a:endParaRPr/>
          </a:p>
          <a:p>
            <a:pPr indent="-298450" lvl="0" marL="457200" rtl="0" algn="l">
              <a:lnSpc>
                <a:spcPct val="150000"/>
              </a:lnSpc>
              <a:spcBef>
                <a:spcPts val="0"/>
              </a:spcBef>
              <a:spcAft>
                <a:spcPts val="0"/>
              </a:spcAft>
              <a:buSzPts val="1100"/>
              <a:buChar char="►"/>
            </a:pPr>
            <a:r>
              <a:rPr lang="en"/>
              <a:t> Overlapping subproblems</a:t>
            </a:r>
            <a:endParaRPr/>
          </a:p>
          <a:p>
            <a:pPr indent="-298450" lvl="1" marL="914400" rtl="0" algn="l">
              <a:lnSpc>
                <a:spcPct val="150000"/>
              </a:lnSpc>
              <a:spcBef>
                <a:spcPts val="0"/>
              </a:spcBef>
              <a:spcAft>
                <a:spcPts val="0"/>
              </a:spcAft>
              <a:buSzPts val="1100"/>
              <a:buChar char="►"/>
            </a:pPr>
            <a:r>
              <a:rPr lang="en"/>
              <a:t>Depending on the problem, we may have to solve exponentially many subproblems</a:t>
            </a:r>
            <a:endParaRPr/>
          </a:p>
          <a:p>
            <a:pPr indent="-298450" lvl="1" marL="914400" rtl="0" algn="l">
              <a:lnSpc>
                <a:spcPct val="150000"/>
              </a:lnSpc>
              <a:spcBef>
                <a:spcPts val="0"/>
              </a:spcBef>
              <a:spcAft>
                <a:spcPts val="0"/>
              </a:spcAft>
              <a:buSzPts val="1100"/>
              <a:buChar char="►"/>
            </a:pPr>
            <a:r>
              <a:rPr lang="en"/>
              <a:t>For example, a naive recursive implementation of Fibonacci(</a:t>
            </a:r>
            <a:r>
              <a:rPr i="1" lang="en"/>
              <a:t>n</a:t>
            </a:r>
            <a:r>
              <a:rPr lang="en"/>
              <a:t>) requires solving ~1.618</a:t>
            </a:r>
            <a:r>
              <a:rPr baseline="30000" i="1" lang="en"/>
              <a:t>n</a:t>
            </a:r>
            <a:r>
              <a:rPr lang="en"/>
              <a:t> subproblems</a:t>
            </a:r>
            <a:endParaRPr/>
          </a:p>
          <a:p>
            <a:pPr indent="-298450" lvl="1" marL="914400" rtl="0" algn="l">
              <a:lnSpc>
                <a:spcPct val="150000"/>
              </a:lnSpc>
              <a:spcBef>
                <a:spcPts val="0"/>
              </a:spcBef>
              <a:spcAft>
                <a:spcPts val="0"/>
              </a:spcAft>
              <a:buSzPts val="1100"/>
              <a:buChar char="►"/>
            </a:pPr>
            <a:r>
              <a:rPr lang="en"/>
              <a:t>To make use of DP, these subproblems need to “overlap” so that we can reuse solutions we have already computed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7"/>
          <p:cNvSpPr txBox="1"/>
          <p:nvPr>
            <p:ph type="title"/>
          </p:nvPr>
        </p:nvSpPr>
        <p:spPr>
          <a:xfrm>
            <a:off x="2154162" y="2073757"/>
            <a:ext cx="4835700" cy="996000"/>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Clr>
                <a:schemeClr val="accent1"/>
              </a:buClr>
              <a:buSzPts val="3300"/>
              <a:buFont typeface="Trebuchet MS"/>
              <a:buNone/>
            </a:pPr>
            <a:r>
              <a:rPr lang="en"/>
              <a:t>The DP “cookbook”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8"/>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Focus on the “value” version of the problem</a:t>
            </a:r>
            <a:endParaRPr/>
          </a:p>
        </p:txBody>
      </p:sp>
      <p:sp>
        <p:nvSpPr>
          <p:cNvPr id="370" name="Google Shape;370;p58"/>
          <p:cNvSpPr txBox="1"/>
          <p:nvPr>
            <p:ph idx="1" type="body"/>
          </p:nvPr>
        </p:nvSpPr>
        <p:spPr>
          <a:xfrm>
            <a:off x="508000" y="1202500"/>
            <a:ext cx="4872900" cy="3328500"/>
          </a:xfrm>
          <a:prstGeom prst="rect">
            <a:avLst/>
          </a:prstGeom>
        </p:spPr>
        <p:txBody>
          <a:bodyPr anchorCtr="0" anchor="t" bIns="34275" lIns="68575" spcFirstLastPara="1" rIns="68575" wrap="square" tIns="34275">
            <a:normAutofit/>
          </a:bodyPr>
          <a:lstStyle/>
          <a:p>
            <a:pPr indent="-298450" lvl="0" marL="457200" rtl="0" algn="l">
              <a:lnSpc>
                <a:spcPct val="150000"/>
              </a:lnSpc>
              <a:spcBef>
                <a:spcPts val="800"/>
              </a:spcBef>
              <a:spcAft>
                <a:spcPts val="0"/>
              </a:spcAft>
              <a:buSzPts val="1100"/>
              <a:buChar char="►"/>
            </a:pPr>
            <a:r>
              <a:rPr lang="en"/>
              <a:t>Instead of finding an optimal solution, focus on finding the </a:t>
            </a:r>
            <a:r>
              <a:rPr i="1" lang="en" u="sng"/>
              <a:t>value</a:t>
            </a:r>
            <a:r>
              <a:rPr lang="en"/>
              <a:t> of an optimal solution</a:t>
            </a:r>
            <a:endParaRPr/>
          </a:p>
          <a:p>
            <a:pPr indent="-298450" lvl="0" marL="457200" rtl="0" algn="l">
              <a:lnSpc>
                <a:spcPct val="150000"/>
              </a:lnSpc>
              <a:spcBef>
                <a:spcPts val="0"/>
              </a:spcBef>
              <a:spcAft>
                <a:spcPts val="0"/>
              </a:spcAft>
              <a:buSzPts val="1100"/>
              <a:buChar char="►"/>
            </a:pPr>
            <a:r>
              <a:rPr lang="en"/>
              <a:t>For example:</a:t>
            </a:r>
            <a:endParaRPr/>
          </a:p>
          <a:p>
            <a:pPr indent="-298450" lvl="1" marL="914400" rtl="0" algn="l">
              <a:lnSpc>
                <a:spcPct val="150000"/>
              </a:lnSpc>
              <a:spcBef>
                <a:spcPts val="0"/>
              </a:spcBef>
              <a:spcAft>
                <a:spcPts val="0"/>
              </a:spcAft>
              <a:buSzPts val="1100"/>
              <a:buChar char="►"/>
            </a:pPr>
            <a:r>
              <a:rPr lang="en"/>
              <a:t>Suppose you are in a motorcycle race and can only drive to the right or down</a:t>
            </a:r>
            <a:endParaRPr/>
          </a:p>
          <a:p>
            <a:pPr indent="-298450" lvl="1" marL="914400" rtl="0" algn="l">
              <a:lnSpc>
                <a:spcPct val="150000"/>
              </a:lnSpc>
              <a:spcBef>
                <a:spcPts val="0"/>
              </a:spcBef>
              <a:spcAft>
                <a:spcPts val="0"/>
              </a:spcAft>
              <a:buSzPts val="1100"/>
              <a:buChar char="►"/>
            </a:pPr>
            <a:r>
              <a:rPr lang="en"/>
              <a:t>Each square you visit adds that number of minutes to your total time</a:t>
            </a:r>
            <a:endParaRPr/>
          </a:p>
          <a:p>
            <a:pPr indent="-298450" lvl="1" marL="914400" rtl="0" algn="l">
              <a:lnSpc>
                <a:spcPct val="150000"/>
              </a:lnSpc>
              <a:spcBef>
                <a:spcPts val="0"/>
              </a:spcBef>
              <a:spcAft>
                <a:spcPts val="0"/>
              </a:spcAft>
              <a:buSzPts val="1100"/>
              <a:buChar char="►"/>
            </a:pPr>
            <a:r>
              <a:rPr lang="en"/>
              <a:t>You want to find the optimal path so you can win!</a:t>
            </a:r>
            <a:endParaRPr/>
          </a:p>
          <a:p>
            <a:pPr indent="-298450" lvl="1" marL="914400" rtl="0" algn="l">
              <a:lnSpc>
                <a:spcPct val="150000"/>
              </a:lnSpc>
              <a:spcBef>
                <a:spcPts val="0"/>
              </a:spcBef>
              <a:spcAft>
                <a:spcPts val="0"/>
              </a:spcAft>
              <a:buSzPts val="1100"/>
              <a:buChar char="►"/>
            </a:pPr>
            <a:r>
              <a:rPr lang="en"/>
              <a:t>First, figure out how long your winning (optimal) race time will be</a:t>
            </a:r>
            <a:endParaRPr/>
          </a:p>
        </p:txBody>
      </p:sp>
      <p:pic>
        <p:nvPicPr>
          <p:cNvPr id="371" name="Google Shape;371;p58"/>
          <p:cNvPicPr preferRelativeResize="0"/>
          <p:nvPr/>
        </p:nvPicPr>
        <p:blipFill rotWithShape="1">
          <a:blip r:embed="rId3">
            <a:alphaModFix/>
          </a:blip>
          <a:srcRect b="14060" l="6945" r="6997" t="0"/>
          <a:stretch/>
        </p:blipFill>
        <p:spPr>
          <a:xfrm>
            <a:off x="5680425" y="1303774"/>
            <a:ext cx="3045176" cy="2812725"/>
          </a:xfrm>
          <a:prstGeom prst="rect">
            <a:avLst/>
          </a:prstGeom>
          <a:noFill/>
          <a:ln>
            <a:noFill/>
          </a:ln>
        </p:spPr>
      </p:pic>
      <p:sp>
        <p:nvSpPr>
          <p:cNvPr id="372" name="Google Shape;372;p58"/>
          <p:cNvSpPr txBox="1"/>
          <p:nvPr/>
        </p:nvSpPr>
        <p:spPr>
          <a:xfrm>
            <a:off x="5842500" y="2235650"/>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73" name="Google Shape;373;p58"/>
          <p:cNvSpPr txBox="1"/>
          <p:nvPr/>
        </p:nvSpPr>
        <p:spPr>
          <a:xfrm>
            <a:off x="6315209" y="224674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3</a:t>
            </a:r>
            <a:endParaRPr sz="2400">
              <a:solidFill>
                <a:srgbClr val="3F3F3F"/>
              </a:solidFill>
              <a:latin typeface="Trebuchet MS"/>
              <a:ea typeface="Trebuchet MS"/>
              <a:cs typeface="Trebuchet MS"/>
              <a:sym typeface="Trebuchet MS"/>
            </a:endParaRPr>
          </a:p>
        </p:txBody>
      </p:sp>
      <p:sp>
        <p:nvSpPr>
          <p:cNvPr id="374" name="Google Shape;374;p58"/>
          <p:cNvSpPr txBox="1"/>
          <p:nvPr/>
        </p:nvSpPr>
        <p:spPr>
          <a:xfrm>
            <a:off x="6797321" y="2248418"/>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4</a:t>
            </a:r>
            <a:endParaRPr sz="2400">
              <a:solidFill>
                <a:srgbClr val="3F3F3F"/>
              </a:solidFill>
              <a:latin typeface="Trebuchet MS"/>
              <a:ea typeface="Trebuchet MS"/>
              <a:cs typeface="Trebuchet MS"/>
              <a:sym typeface="Trebuchet MS"/>
            </a:endParaRPr>
          </a:p>
        </p:txBody>
      </p:sp>
      <p:sp>
        <p:nvSpPr>
          <p:cNvPr id="375" name="Google Shape;375;p58"/>
          <p:cNvSpPr txBox="1"/>
          <p:nvPr/>
        </p:nvSpPr>
        <p:spPr>
          <a:xfrm>
            <a:off x="7279432" y="225009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76" name="Google Shape;376;p58"/>
          <p:cNvSpPr txBox="1"/>
          <p:nvPr/>
        </p:nvSpPr>
        <p:spPr>
          <a:xfrm>
            <a:off x="7761544" y="2261188"/>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2</a:t>
            </a:r>
            <a:endParaRPr sz="2400">
              <a:solidFill>
                <a:srgbClr val="3F3F3F"/>
              </a:solidFill>
              <a:latin typeface="Trebuchet MS"/>
              <a:ea typeface="Trebuchet MS"/>
              <a:cs typeface="Trebuchet MS"/>
              <a:sym typeface="Trebuchet MS"/>
            </a:endParaRPr>
          </a:p>
        </p:txBody>
      </p:sp>
      <p:sp>
        <p:nvSpPr>
          <p:cNvPr id="377" name="Google Shape;377;p58"/>
          <p:cNvSpPr txBox="1"/>
          <p:nvPr/>
        </p:nvSpPr>
        <p:spPr>
          <a:xfrm>
            <a:off x="8234235" y="227228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0</a:t>
            </a:r>
            <a:endParaRPr sz="2400">
              <a:solidFill>
                <a:srgbClr val="3F3F3F"/>
              </a:solidFill>
              <a:latin typeface="Trebuchet MS"/>
              <a:ea typeface="Trebuchet MS"/>
              <a:cs typeface="Trebuchet MS"/>
              <a:sym typeface="Trebuchet MS"/>
            </a:endParaRPr>
          </a:p>
        </p:txBody>
      </p:sp>
      <p:sp>
        <p:nvSpPr>
          <p:cNvPr id="378" name="Google Shape;378;p58"/>
          <p:cNvSpPr txBox="1"/>
          <p:nvPr/>
        </p:nvSpPr>
        <p:spPr>
          <a:xfrm>
            <a:off x="5851750" y="2632970"/>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79" name="Google Shape;379;p58"/>
          <p:cNvSpPr txBox="1"/>
          <p:nvPr/>
        </p:nvSpPr>
        <p:spPr>
          <a:xfrm>
            <a:off x="6324459" y="264406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5</a:t>
            </a:r>
            <a:endParaRPr sz="2400">
              <a:solidFill>
                <a:srgbClr val="3F3F3F"/>
              </a:solidFill>
              <a:latin typeface="Trebuchet MS"/>
              <a:ea typeface="Trebuchet MS"/>
              <a:cs typeface="Trebuchet MS"/>
              <a:sym typeface="Trebuchet MS"/>
            </a:endParaRPr>
          </a:p>
        </p:txBody>
      </p:sp>
      <p:sp>
        <p:nvSpPr>
          <p:cNvPr id="380" name="Google Shape;380;p58"/>
          <p:cNvSpPr txBox="1"/>
          <p:nvPr/>
        </p:nvSpPr>
        <p:spPr>
          <a:xfrm>
            <a:off x="6806571" y="2645739"/>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2</a:t>
            </a:r>
            <a:endParaRPr sz="2400">
              <a:solidFill>
                <a:srgbClr val="3F3F3F"/>
              </a:solidFill>
              <a:latin typeface="Trebuchet MS"/>
              <a:ea typeface="Trebuchet MS"/>
              <a:cs typeface="Trebuchet MS"/>
              <a:sym typeface="Trebuchet MS"/>
            </a:endParaRPr>
          </a:p>
        </p:txBody>
      </p:sp>
      <p:sp>
        <p:nvSpPr>
          <p:cNvPr id="381" name="Google Shape;381;p58"/>
          <p:cNvSpPr txBox="1"/>
          <p:nvPr/>
        </p:nvSpPr>
        <p:spPr>
          <a:xfrm>
            <a:off x="7288682" y="264741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0</a:t>
            </a:r>
            <a:endParaRPr sz="2400">
              <a:solidFill>
                <a:srgbClr val="3F3F3F"/>
              </a:solidFill>
              <a:latin typeface="Trebuchet MS"/>
              <a:ea typeface="Trebuchet MS"/>
              <a:cs typeface="Trebuchet MS"/>
              <a:sym typeface="Trebuchet MS"/>
            </a:endParaRPr>
          </a:p>
        </p:txBody>
      </p:sp>
      <p:sp>
        <p:nvSpPr>
          <p:cNvPr id="382" name="Google Shape;382;p58"/>
          <p:cNvSpPr txBox="1"/>
          <p:nvPr/>
        </p:nvSpPr>
        <p:spPr>
          <a:xfrm>
            <a:off x="7770794" y="2658509"/>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5</a:t>
            </a:r>
            <a:endParaRPr sz="2400">
              <a:solidFill>
                <a:srgbClr val="3F3F3F"/>
              </a:solidFill>
              <a:latin typeface="Trebuchet MS"/>
              <a:ea typeface="Trebuchet MS"/>
              <a:cs typeface="Trebuchet MS"/>
              <a:sym typeface="Trebuchet MS"/>
            </a:endParaRPr>
          </a:p>
        </p:txBody>
      </p:sp>
      <p:sp>
        <p:nvSpPr>
          <p:cNvPr id="383" name="Google Shape;383;p58"/>
          <p:cNvSpPr txBox="1"/>
          <p:nvPr/>
        </p:nvSpPr>
        <p:spPr>
          <a:xfrm>
            <a:off x="8243485" y="266960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7</a:t>
            </a:r>
            <a:endParaRPr sz="2400">
              <a:solidFill>
                <a:srgbClr val="3F3F3F"/>
              </a:solidFill>
              <a:latin typeface="Trebuchet MS"/>
              <a:ea typeface="Trebuchet MS"/>
              <a:cs typeface="Trebuchet MS"/>
              <a:sym typeface="Trebuchet MS"/>
            </a:endParaRPr>
          </a:p>
        </p:txBody>
      </p:sp>
      <p:sp>
        <p:nvSpPr>
          <p:cNvPr id="384" name="Google Shape;384;p58"/>
          <p:cNvSpPr txBox="1"/>
          <p:nvPr/>
        </p:nvSpPr>
        <p:spPr>
          <a:xfrm>
            <a:off x="5872265" y="3067980"/>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4</a:t>
            </a:r>
            <a:endParaRPr sz="2400">
              <a:solidFill>
                <a:srgbClr val="3F3F3F"/>
              </a:solidFill>
              <a:latin typeface="Trebuchet MS"/>
              <a:ea typeface="Trebuchet MS"/>
              <a:cs typeface="Trebuchet MS"/>
              <a:sym typeface="Trebuchet MS"/>
            </a:endParaRPr>
          </a:p>
        </p:txBody>
      </p:sp>
      <p:sp>
        <p:nvSpPr>
          <p:cNvPr id="385" name="Google Shape;385;p58"/>
          <p:cNvSpPr txBox="1"/>
          <p:nvPr/>
        </p:nvSpPr>
        <p:spPr>
          <a:xfrm>
            <a:off x="6344975" y="307907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5</a:t>
            </a:r>
            <a:endParaRPr sz="2400">
              <a:solidFill>
                <a:srgbClr val="3F3F3F"/>
              </a:solidFill>
              <a:latin typeface="Trebuchet MS"/>
              <a:ea typeface="Trebuchet MS"/>
              <a:cs typeface="Trebuchet MS"/>
              <a:sym typeface="Trebuchet MS"/>
            </a:endParaRPr>
          </a:p>
        </p:txBody>
      </p:sp>
      <p:sp>
        <p:nvSpPr>
          <p:cNvPr id="386" name="Google Shape;386;p58"/>
          <p:cNvSpPr txBox="1"/>
          <p:nvPr/>
        </p:nvSpPr>
        <p:spPr>
          <a:xfrm>
            <a:off x="6827086" y="3080749"/>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87" name="Google Shape;387;p58"/>
          <p:cNvSpPr txBox="1"/>
          <p:nvPr/>
        </p:nvSpPr>
        <p:spPr>
          <a:xfrm>
            <a:off x="7309198" y="308242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88" name="Google Shape;388;p58"/>
          <p:cNvSpPr txBox="1"/>
          <p:nvPr/>
        </p:nvSpPr>
        <p:spPr>
          <a:xfrm>
            <a:off x="7791309" y="3093518"/>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9</a:t>
            </a:r>
            <a:endParaRPr sz="2400">
              <a:solidFill>
                <a:srgbClr val="3F3F3F"/>
              </a:solidFill>
              <a:latin typeface="Trebuchet MS"/>
              <a:ea typeface="Trebuchet MS"/>
              <a:cs typeface="Trebuchet MS"/>
              <a:sym typeface="Trebuchet MS"/>
            </a:endParaRPr>
          </a:p>
        </p:txBody>
      </p:sp>
      <p:sp>
        <p:nvSpPr>
          <p:cNvPr id="389" name="Google Shape;389;p58"/>
          <p:cNvSpPr txBox="1"/>
          <p:nvPr/>
        </p:nvSpPr>
        <p:spPr>
          <a:xfrm>
            <a:off x="8264001" y="310461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3</a:t>
            </a:r>
            <a:endParaRPr sz="2400">
              <a:solidFill>
                <a:srgbClr val="3F3F3F"/>
              </a:solidFill>
              <a:latin typeface="Trebuchet MS"/>
              <a:ea typeface="Trebuchet MS"/>
              <a:cs typeface="Trebuchet MS"/>
              <a:sym typeface="Trebuchet MS"/>
            </a:endParaRPr>
          </a:p>
        </p:txBody>
      </p:sp>
      <p:sp>
        <p:nvSpPr>
          <p:cNvPr id="390" name="Google Shape;390;p58"/>
          <p:cNvSpPr txBox="1"/>
          <p:nvPr/>
        </p:nvSpPr>
        <p:spPr>
          <a:xfrm>
            <a:off x="5845679" y="3540671"/>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91" name="Google Shape;391;p58"/>
          <p:cNvSpPr txBox="1"/>
          <p:nvPr/>
        </p:nvSpPr>
        <p:spPr>
          <a:xfrm>
            <a:off x="6318388" y="3551765"/>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3</a:t>
            </a:r>
            <a:endParaRPr sz="2400">
              <a:solidFill>
                <a:srgbClr val="3F3F3F"/>
              </a:solidFill>
              <a:latin typeface="Trebuchet MS"/>
              <a:ea typeface="Trebuchet MS"/>
              <a:cs typeface="Trebuchet MS"/>
              <a:sym typeface="Trebuchet MS"/>
            </a:endParaRPr>
          </a:p>
        </p:txBody>
      </p:sp>
      <p:sp>
        <p:nvSpPr>
          <p:cNvPr id="392" name="Google Shape;392;p58"/>
          <p:cNvSpPr txBox="1"/>
          <p:nvPr/>
        </p:nvSpPr>
        <p:spPr>
          <a:xfrm>
            <a:off x="6800500" y="3553440"/>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9</a:t>
            </a:r>
            <a:endParaRPr sz="2400">
              <a:solidFill>
                <a:srgbClr val="3F3F3F"/>
              </a:solidFill>
              <a:latin typeface="Trebuchet MS"/>
              <a:ea typeface="Trebuchet MS"/>
              <a:cs typeface="Trebuchet MS"/>
              <a:sym typeface="Trebuchet MS"/>
            </a:endParaRPr>
          </a:p>
        </p:txBody>
      </p:sp>
      <p:sp>
        <p:nvSpPr>
          <p:cNvPr id="393" name="Google Shape;393;p58"/>
          <p:cNvSpPr txBox="1"/>
          <p:nvPr/>
        </p:nvSpPr>
        <p:spPr>
          <a:xfrm>
            <a:off x="7282612" y="3555115"/>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0</a:t>
            </a:r>
            <a:endParaRPr sz="2400">
              <a:solidFill>
                <a:srgbClr val="3F3F3F"/>
              </a:solidFill>
              <a:latin typeface="Trebuchet MS"/>
              <a:ea typeface="Trebuchet MS"/>
              <a:cs typeface="Trebuchet MS"/>
              <a:sym typeface="Trebuchet MS"/>
            </a:endParaRPr>
          </a:p>
        </p:txBody>
      </p:sp>
      <p:sp>
        <p:nvSpPr>
          <p:cNvPr id="394" name="Google Shape;394;p58"/>
          <p:cNvSpPr txBox="1"/>
          <p:nvPr/>
        </p:nvSpPr>
        <p:spPr>
          <a:xfrm>
            <a:off x="7764723" y="3566210"/>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95" name="Google Shape;395;p58"/>
          <p:cNvSpPr txBox="1"/>
          <p:nvPr/>
        </p:nvSpPr>
        <p:spPr>
          <a:xfrm>
            <a:off x="5837934" y="1779488"/>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2</a:t>
            </a:r>
            <a:endParaRPr sz="2400">
              <a:solidFill>
                <a:srgbClr val="3F3F3F"/>
              </a:solidFill>
              <a:latin typeface="Trebuchet MS"/>
              <a:ea typeface="Trebuchet MS"/>
              <a:cs typeface="Trebuchet MS"/>
              <a:sym typeface="Trebuchet MS"/>
            </a:endParaRPr>
          </a:p>
        </p:txBody>
      </p:sp>
      <p:sp>
        <p:nvSpPr>
          <p:cNvPr id="396" name="Google Shape;396;p58"/>
          <p:cNvSpPr txBox="1"/>
          <p:nvPr/>
        </p:nvSpPr>
        <p:spPr>
          <a:xfrm>
            <a:off x="6310643" y="1790582"/>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97" name="Google Shape;397;p58"/>
          <p:cNvSpPr txBox="1"/>
          <p:nvPr/>
        </p:nvSpPr>
        <p:spPr>
          <a:xfrm>
            <a:off x="6792754" y="17922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398" name="Google Shape;398;p58"/>
          <p:cNvSpPr txBox="1"/>
          <p:nvPr/>
        </p:nvSpPr>
        <p:spPr>
          <a:xfrm>
            <a:off x="7274866" y="1793932"/>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8</a:t>
            </a:r>
            <a:endParaRPr sz="2400">
              <a:solidFill>
                <a:srgbClr val="3F3F3F"/>
              </a:solidFill>
              <a:latin typeface="Trebuchet MS"/>
              <a:ea typeface="Trebuchet MS"/>
              <a:cs typeface="Trebuchet MS"/>
              <a:sym typeface="Trebuchet MS"/>
            </a:endParaRPr>
          </a:p>
        </p:txBody>
      </p:sp>
      <p:sp>
        <p:nvSpPr>
          <p:cNvPr id="399" name="Google Shape;399;p58"/>
          <p:cNvSpPr txBox="1"/>
          <p:nvPr/>
        </p:nvSpPr>
        <p:spPr>
          <a:xfrm>
            <a:off x="7756977" y="180502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400" name="Google Shape;400;p58"/>
          <p:cNvSpPr txBox="1"/>
          <p:nvPr/>
        </p:nvSpPr>
        <p:spPr>
          <a:xfrm>
            <a:off x="8229669" y="1816122"/>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401" name="Google Shape;401;p58"/>
          <p:cNvSpPr txBox="1"/>
          <p:nvPr/>
        </p:nvSpPr>
        <p:spPr>
          <a:xfrm>
            <a:off x="6310643" y="1333382"/>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4</a:t>
            </a:r>
            <a:endParaRPr sz="2400">
              <a:solidFill>
                <a:srgbClr val="3F3F3F"/>
              </a:solidFill>
              <a:latin typeface="Trebuchet MS"/>
              <a:ea typeface="Trebuchet MS"/>
              <a:cs typeface="Trebuchet MS"/>
              <a:sym typeface="Trebuchet MS"/>
            </a:endParaRPr>
          </a:p>
        </p:txBody>
      </p:sp>
      <p:sp>
        <p:nvSpPr>
          <p:cNvPr id="402" name="Google Shape;402;p58"/>
          <p:cNvSpPr txBox="1"/>
          <p:nvPr/>
        </p:nvSpPr>
        <p:spPr>
          <a:xfrm>
            <a:off x="6792754" y="13350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7</a:t>
            </a:r>
            <a:endParaRPr sz="2400">
              <a:solidFill>
                <a:srgbClr val="3F3F3F"/>
              </a:solidFill>
              <a:latin typeface="Trebuchet MS"/>
              <a:ea typeface="Trebuchet MS"/>
              <a:cs typeface="Trebuchet MS"/>
              <a:sym typeface="Trebuchet MS"/>
            </a:endParaRPr>
          </a:p>
        </p:txBody>
      </p:sp>
      <p:sp>
        <p:nvSpPr>
          <p:cNvPr id="403" name="Google Shape;403;p58"/>
          <p:cNvSpPr txBox="1"/>
          <p:nvPr/>
        </p:nvSpPr>
        <p:spPr>
          <a:xfrm>
            <a:off x="7274866" y="1336732"/>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404" name="Google Shape;404;p58"/>
          <p:cNvSpPr txBox="1"/>
          <p:nvPr/>
        </p:nvSpPr>
        <p:spPr>
          <a:xfrm>
            <a:off x="7756977" y="134782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6</a:t>
            </a:r>
            <a:endParaRPr sz="2400">
              <a:solidFill>
                <a:srgbClr val="3F3F3F"/>
              </a:solidFill>
              <a:latin typeface="Trebuchet MS"/>
              <a:ea typeface="Trebuchet MS"/>
              <a:cs typeface="Trebuchet MS"/>
              <a:sym typeface="Trebuchet MS"/>
            </a:endParaRPr>
          </a:p>
        </p:txBody>
      </p:sp>
      <p:sp>
        <p:nvSpPr>
          <p:cNvPr id="405" name="Google Shape;405;p58"/>
          <p:cNvSpPr txBox="1"/>
          <p:nvPr/>
        </p:nvSpPr>
        <p:spPr>
          <a:xfrm>
            <a:off x="8229669" y="1358922"/>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3F3F3F"/>
                </a:solidFill>
                <a:latin typeface="Trebuchet MS"/>
                <a:ea typeface="Trebuchet MS"/>
                <a:cs typeface="Trebuchet MS"/>
                <a:sym typeface="Trebuchet MS"/>
              </a:rPr>
              <a:t>1</a:t>
            </a:r>
            <a:endParaRPr sz="24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9"/>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Make and use a recurrence</a:t>
            </a:r>
            <a:endParaRPr/>
          </a:p>
        </p:txBody>
      </p:sp>
      <p:sp>
        <p:nvSpPr>
          <p:cNvPr id="411" name="Google Shape;411;p59"/>
          <p:cNvSpPr txBox="1"/>
          <p:nvPr>
            <p:ph idx="1" type="body"/>
          </p:nvPr>
        </p:nvSpPr>
        <p:spPr>
          <a:xfrm>
            <a:off x="508000" y="1202500"/>
            <a:ext cx="4872900" cy="3328500"/>
          </a:xfrm>
          <a:prstGeom prst="rect">
            <a:avLst/>
          </a:prstGeom>
        </p:spPr>
        <p:txBody>
          <a:bodyPr anchorCtr="0" anchor="t" bIns="34275" lIns="68575" spcFirstLastPara="1" rIns="68575" wrap="square" tIns="34275">
            <a:normAutofit/>
          </a:bodyPr>
          <a:lstStyle/>
          <a:p>
            <a:pPr indent="-298450" lvl="0" marL="457200" rtl="0" algn="l">
              <a:lnSpc>
                <a:spcPct val="150000"/>
              </a:lnSpc>
              <a:spcBef>
                <a:spcPts val="800"/>
              </a:spcBef>
              <a:spcAft>
                <a:spcPts val="0"/>
              </a:spcAft>
              <a:buSzPts val="1100"/>
              <a:buChar char="►"/>
            </a:pPr>
            <a:r>
              <a:rPr lang="en"/>
              <a:t>Now that we are focusing on the value version of the problem, come up with a recurrence for that value and use it to get the optimal value</a:t>
            </a:r>
            <a:endParaRPr/>
          </a:p>
          <a:p>
            <a:pPr indent="-298450" lvl="0" marL="457200" rtl="0" algn="l">
              <a:lnSpc>
                <a:spcPct val="150000"/>
              </a:lnSpc>
              <a:spcBef>
                <a:spcPts val="0"/>
              </a:spcBef>
              <a:spcAft>
                <a:spcPts val="0"/>
              </a:spcAft>
              <a:buSzPts val="1100"/>
              <a:buChar char="►"/>
            </a:pPr>
            <a:r>
              <a:rPr lang="en"/>
              <a:t>For example:</a:t>
            </a:r>
            <a:endParaRPr/>
          </a:p>
          <a:p>
            <a:pPr indent="-298450" lvl="1" marL="914400" rtl="0" algn="l">
              <a:lnSpc>
                <a:spcPct val="150000"/>
              </a:lnSpc>
              <a:spcBef>
                <a:spcPts val="0"/>
              </a:spcBef>
              <a:spcAft>
                <a:spcPts val="0"/>
              </a:spcAft>
              <a:buSzPts val="1100"/>
              <a:buChar char="►"/>
            </a:pPr>
            <a:r>
              <a:rPr lang="en"/>
              <a:t>Figure out the minimum time it takes to get to each square in the race grid via some sort of recurrence</a:t>
            </a:r>
            <a:endParaRPr/>
          </a:p>
          <a:p>
            <a:pPr indent="-298450" lvl="1" marL="914400" rtl="0" algn="l">
              <a:lnSpc>
                <a:spcPct val="150000"/>
              </a:lnSpc>
              <a:spcBef>
                <a:spcPts val="0"/>
              </a:spcBef>
              <a:spcAft>
                <a:spcPts val="0"/>
              </a:spcAft>
              <a:buSzPts val="1100"/>
              <a:buChar char="►"/>
            </a:pPr>
            <a:r>
              <a:rPr lang="en"/>
              <a:t>The minimum total time to get to a given square should look something like:</a:t>
            </a:r>
            <a:endParaRPr/>
          </a:p>
          <a:p>
            <a:pPr indent="-298450" lvl="2" marL="1371600" rtl="0" algn="l">
              <a:lnSpc>
                <a:spcPct val="150000"/>
              </a:lnSpc>
              <a:spcBef>
                <a:spcPts val="0"/>
              </a:spcBef>
              <a:spcAft>
                <a:spcPts val="0"/>
              </a:spcAft>
              <a:buSzPts val="1100"/>
              <a:buChar char="►"/>
            </a:pPr>
            <a:r>
              <a:rPr lang="en"/>
              <a:t>Total time = Square time + min(left time, up time)</a:t>
            </a:r>
            <a:endParaRPr/>
          </a:p>
        </p:txBody>
      </p:sp>
      <p:pic>
        <p:nvPicPr>
          <p:cNvPr id="412" name="Google Shape;412;p59"/>
          <p:cNvPicPr preferRelativeResize="0"/>
          <p:nvPr/>
        </p:nvPicPr>
        <p:blipFill>
          <a:blip r:embed="rId3">
            <a:alphaModFix/>
          </a:blip>
          <a:stretch>
            <a:fillRect/>
          </a:stretch>
        </p:blipFill>
        <p:spPr>
          <a:xfrm>
            <a:off x="7302675" y="136926"/>
            <a:ext cx="1660700" cy="1513450"/>
          </a:xfrm>
          <a:prstGeom prst="rect">
            <a:avLst/>
          </a:prstGeom>
          <a:noFill/>
          <a:ln>
            <a:noFill/>
          </a:ln>
        </p:spPr>
      </p:pic>
      <p:pic>
        <p:nvPicPr>
          <p:cNvPr id="413" name="Google Shape;413;p59"/>
          <p:cNvPicPr preferRelativeResize="0"/>
          <p:nvPr/>
        </p:nvPicPr>
        <p:blipFill rotWithShape="1">
          <a:blip r:embed="rId4">
            <a:alphaModFix/>
          </a:blip>
          <a:srcRect b="14060" l="6945" r="6997" t="0"/>
          <a:stretch/>
        </p:blipFill>
        <p:spPr>
          <a:xfrm>
            <a:off x="5586225" y="1793649"/>
            <a:ext cx="3045176" cy="2812725"/>
          </a:xfrm>
          <a:prstGeom prst="rect">
            <a:avLst/>
          </a:prstGeom>
          <a:noFill/>
          <a:ln>
            <a:noFill/>
          </a:ln>
        </p:spPr>
      </p:pic>
      <p:sp>
        <p:nvSpPr>
          <p:cNvPr id="414" name="Google Shape;414;p59"/>
          <p:cNvSpPr txBox="1"/>
          <p:nvPr/>
        </p:nvSpPr>
        <p:spPr>
          <a:xfrm>
            <a:off x="5748300" y="2725525"/>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8</a:t>
            </a:r>
            <a:endParaRPr sz="2400">
              <a:solidFill>
                <a:srgbClr val="FF0000"/>
              </a:solidFill>
              <a:latin typeface="Trebuchet MS"/>
              <a:ea typeface="Trebuchet MS"/>
              <a:cs typeface="Trebuchet MS"/>
              <a:sym typeface="Trebuchet MS"/>
            </a:endParaRPr>
          </a:p>
        </p:txBody>
      </p:sp>
      <p:sp>
        <p:nvSpPr>
          <p:cNvPr id="415" name="Google Shape;415;p59"/>
          <p:cNvSpPr txBox="1"/>
          <p:nvPr/>
        </p:nvSpPr>
        <p:spPr>
          <a:xfrm>
            <a:off x="6203546" y="2704488"/>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11</a:t>
            </a:r>
            <a:endParaRPr sz="2400">
              <a:solidFill>
                <a:srgbClr val="FF0000"/>
              </a:solidFill>
              <a:latin typeface="Trebuchet MS"/>
              <a:ea typeface="Trebuchet MS"/>
              <a:cs typeface="Trebuchet MS"/>
              <a:sym typeface="Trebuchet MS"/>
            </a:endParaRPr>
          </a:p>
        </p:txBody>
      </p:sp>
      <p:sp>
        <p:nvSpPr>
          <p:cNvPr id="416" name="Google Shape;416;p59"/>
          <p:cNvSpPr txBox="1"/>
          <p:nvPr/>
        </p:nvSpPr>
        <p:spPr>
          <a:xfrm>
            <a:off x="6637184" y="2719459"/>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15</a:t>
            </a:r>
            <a:endParaRPr sz="2400">
              <a:solidFill>
                <a:srgbClr val="FF0000"/>
              </a:solidFill>
              <a:latin typeface="Trebuchet MS"/>
              <a:ea typeface="Trebuchet MS"/>
              <a:cs typeface="Trebuchet MS"/>
              <a:sym typeface="Trebuchet MS"/>
            </a:endParaRPr>
          </a:p>
        </p:txBody>
      </p:sp>
      <p:sp>
        <p:nvSpPr>
          <p:cNvPr id="417" name="Google Shape;417;p59"/>
          <p:cNvSpPr txBox="1"/>
          <p:nvPr/>
        </p:nvSpPr>
        <p:spPr>
          <a:xfrm>
            <a:off x="7147539" y="2730555"/>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21</a:t>
            </a:r>
            <a:endParaRPr sz="2400">
              <a:solidFill>
                <a:srgbClr val="FF0000"/>
              </a:solidFill>
              <a:latin typeface="Trebuchet MS"/>
              <a:ea typeface="Trebuchet MS"/>
              <a:cs typeface="Trebuchet MS"/>
              <a:sym typeface="Trebuchet MS"/>
            </a:endParaRPr>
          </a:p>
        </p:txBody>
      </p:sp>
      <p:sp>
        <p:nvSpPr>
          <p:cNvPr id="418" name="Google Shape;418;p59"/>
          <p:cNvSpPr txBox="1"/>
          <p:nvPr/>
        </p:nvSpPr>
        <p:spPr>
          <a:xfrm>
            <a:off x="7620250" y="27322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19" name="Google Shape;419;p59"/>
          <p:cNvSpPr txBox="1"/>
          <p:nvPr/>
        </p:nvSpPr>
        <p:spPr>
          <a:xfrm>
            <a:off x="8111760" y="2733889"/>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000">
              <a:solidFill>
                <a:srgbClr val="FF0000"/>
              </a:solidFill>
              <a:latin typeface="Trebuchet MS"/>
              <a:ea typeface="Trebuchet MS"/>
              <a:cs typeface="Trebuchet MS"/>
              <a:sym typeface="Trebuchet MS"/>
            </a:endParaRPr>
          </a:p>
        </p:txBody>
      </p:sp>
      <p:sp>
        <p:nvSpPr>
          <p:cNvPr id="420" name="Google Shape;420;p59"/>
          <p:cNvSpPr txBox="1"/>
          <p:nvPr/>
        </p:nvSpPr>
        <p:spPr>
          <a:xfrm>
            <a:off x="5703975" y="3149963"/>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14</a:t>
            </a:r>
            <a:endParaRPr sz="2400">
              <a:solidFill>
                <a:srgbClr val="FF0000"/>
              </a:solidFill>
              <a:latin typeface="Trebuchet MS"/>
              <a:ea typeface="Trebuchet MS"/>
              <a:cs typeface="Trebuchet MS"/>
              <a:sym typeface="Trebuchet MS"/>
            </a:endParaRPr>
          </a:p>
        </p:txBody>
      </p:sp>
      <p:sp>
        <p:nvSpPr>
          <p:cNvPr id="421" name="Google Shape;421;p59"/>
          <p:cNvSpPr txBox="1"/>
          <p:nvPr/>
        </p:nvSpPr>
        <p:spPr>
          <a:xfrm>
            <a:off x="6203546" y="316105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16</a:t>
            </a:r>
            <a:endParaRPr sz="2400">
              <a:solidFill>
                <a:srgbClr val="FF0000"/>
              </a:solidFill>
              <a:latin typeface="Trebuchet MS"/>
              <a:ea typeface="Trebuchet MS"/>
              <a:cs typeface="Trebuchet MS"/>
              <a:sym typeface="Trebuchet MS"/>
            </a:endParaRPr>
          </a:p>
        </p:txBody>
      </p:sp>
      <p:sp>
        <p:nvSpPr>
          <p:cNvPr id="422" name="Google Shape;422;p59"/>
          <p:cNvSpPr txBox="1"/>
          <p:nvPr/>
        </p:nvSpPr>
        <p:spPr>
          <a:xfrm>
            <a:off x="6637015" y="3154466"/>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423" name="Google Shape;423;p59"/>
          <p:cNvSpPr txBox="1"/>
          <p:nvPr/>
        </p:nvSpPr>
        <p:spPr>
          <a:xfrm>
            <a:off x="7128529" y="3156141"/>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424" name="Google Shape;424;p59"/>
          <p:cNvSpPr txBox="1"/>
          <p:nvPr/>
        </p:nvSpPr>
        <p:spPr>
          <a:xfrm>
            <a:off x="7620081" y="315779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22</a:t>
            </a:r>
            <a:endParaRPr sz="2000">
              <a:solidFill>
                <a:srgbClr val="FF0000"/>
              </a:solidFill>
              <a:latin typeface="Trebuchet MS"/>
              <a:ea typeface="Trebuchet MS"/>
              <a:cs typeface="Trebuchet MS"/>
              <a:sym typeface="Trebuchet MS"/>
            </a:endParaRPr>
          </a:p>
        </p:txBody>
      </p:sp>
      <p:sp>
        <p:nvSpPr>
          <p:cNvPr id="425" name="Google Shape;425;p59"/>
          <p:cNvSpPr txBox="1"/>
          <p:nvPr/>
        </p:nvSpPr>
        <p:spPr>
          <a:xfrm>
            <a:off x="8102168" y="315947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426" name="Google Shape;426;p59"/>
          <p:cNvSpPr txBox="1"/>
          <p:nvPr/>
        </p:nvSpPr>
        <p:spPr>
          <a:xfrm>
            <a:off x="5679441" y="358508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18</a:t>
            </a:r>
            <a:endParaRPr sz="2400">
              <a:solidFill>
                <a:srgbClr val="FF0000"/>
              </a:solidFill>
              <a:latin typeface="Trebuchet MS"/>
              <a:ea typeface="Trebuchet MS"/>
              <a:cs typeface="Trebuchet MS"/>
              <a:sym typeface="Trebuchet MS"/>
            </a:endParaRPr>
          </a:p>
        </p:txBody>
      </p:sp>
      <p:sp>
        <p:nvSpPr>
          <p:cNvPr id="427" name="Google Shape;427;p59"/>
          <p:cNvSpPr txBox="1"/>
          <p:nvPr/>
        </p:nvSpPr>
        <p:spPr>
          <a:xfrm>
            <a:off x="6203550" y="360135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21</a:t>
            </a:r>
            <a:endParaRPr sz="2400">
              <a:solidFill>
                <a:srgbClr val="FF0000"/>
              </a:solidFill>
              <a:latin typeface="Trebuchet MS"/>
              <a:ea typeface="Trebuchet MS"/>
              <a:cs typeface="Trebuchet MS"/>
              <a:sym typeface="Trebuchet MS"/>
            </a:endParaRPr>
          </a:p>
        </p:txBody>
      </p:sp>
      <p:sp>
        <p:nvSpPr>
          <p:cNvPr id="428" name="Google Shape;428;p59"/>
          <p:cNvSpPr txBox="1"/>
          <p:nvPr/>
        </p:nvSpPr>
        <p:spPr>
          <a:xfrm>
            <a:off x="6666927" y="3589466"/>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29" name="Google Shape;429;p59"/>
          <p:cNvSpPr txBox="1"/>
          <p:nvPr/>
        </p:nvSpPr>
        <p:spPr>
          <a:xfrm>
            <a:off x="7132743" y="358172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30" name="Google Shape;430;p59"/>
          <p:cNvSpPr txBox="1"/>
          <p:nvPr/>
        </p:nvSpPr>
        <p:spPr>
          <a:xfrm>
            <a:off x="7631154" y="358340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000">
              <a:solidFill>
                <a:srgbClr val="FF0000"/>
              </a:solidFill>
              <a:latin typeface="Trebuchet MS"/>
              <a:ea typeface="Trebuchet MS"/>
              <a:cs typeface="Trebuchet MS"/>
              <a:sym typeface="Trebuchet MS"/>
            </a:endParaRPr>
          </a:p>
        </p:txBody>
      </p:sp>
      <p:sp>
        <p:nvSpPr>
          <p:cNvPr id="431" name="Google Shape;431;p59"/>
          <p:cNvSpPr txBox="1"/>
          <p:nvPr/>
        </p:nvSpPr>
        <p:spPr>
          <a:xfrm>
            <a:off x="8075596" y="3575659"/>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000">
              <a:solidFill>
                <a:srgbClr val="FF0000"/>
              </a:solidFill>
              <a:latin typeface="Trebuchet MS"/>
              <a:ea typeface="Trebuchet MS"/>
              <a:cs typeface="Trebuchet MS"/>
              <a:sym typeface="Trebuchet MS"/>
            </a:endParaRPr>
          </a:p>
        </p:txBody>
      </p:sp>
      <p:sp>
        <p:nvSpPr>
          <p:cNvPr id="432" name="Google Shape;432;p59"/>
          <p:cNvSpPr txBox="1"/>
          <p:nvPr/>
        </p:nvSpPr>
        <p:spPr>
          <a:xfrm>
            <a:off x="5703973" y="40390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433" name="Google Shape;433;p59"/>
          <p:cNvSpPr txBox="1"/>
          <p:nvPr/>
        </p:nvSpPr>
        <p:spPr>
          <a:xfrm>
            <a:off x="6186695" y="404165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434" name="Google Shape;434;p59"/>
          <p:cNvSpPr txBox="1"/>
          <p:nvPr/>
        </p:nvSpPr>
        <p:spPr>
          <a:xfrm>
            <a:off x="6668619" y="403390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400">
              <a:solidFill>
                <a:srgbClr val="FF0000"/>
              </a:solidFill>
              <a:latin typeface="Trebuchet MS"/>
              <a:ea typeface="Trebuchet MS"/>
              <a:cs typeface="Trebuchet MS"/>
              <a:sym typeface="Trebuchet MS"/>
            </a:endParaRPr>
          </a:p>
        </p:txBody>
      </p:sp>
      <p:sp>
        <p:nvSpPr>
          <p:cNvPr id="435" name="Google Shape;435;p59"/>
          <p:cNvSpPr txBox="1"/>
          <p:nvPr/>
        </p:nvSpPr>
        <p:spPr>
          <a:xfrm>
            <a:off x="7150714" y="404500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36" name="Google Shape;436;p59"/>
          <p:cNvSpPr txBox="1"/>
          <p:nvPr/>
        </p:nvSpPr>
        <p:spPr>
          <a:xfrm>
            <a:off x="7614004" y="4037234"/>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437" name="Google Shape;437;p59"/>
          <p:cNvSpPr txBox="1"/>
          <p:nvPr/>
        </p:nvSpPr>
        <p:spPr>
          <a:xfrm>
            <a:off x="5743734" y="226936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a:t>
            </a:r>
            <a:endParaRPr sz="2400">
              <a:solidFill>
                <a:srgbClr val="FF0000"/>
              </a:solidFill>
              <a:latin typeface="Trebuchet MS"/>
              <a:ea typeface="Trebuchet MS"/>
              <a:cs typeface="Trebuchet MS"/>
              <a:sym typeface="Trebuchet MS"/>
            </a:endParaRPr>
          </a:p>
        </p:txBody>
      </p:sp>
      <p:sp>
        <p:nvSpPr>
          <p:cNvPr id="438" name="Google Shape;438;p59"/>
          <p:cNvSpPr txBox="1"/>
          <p:nvPr/>
        </p:nvSpPr>
        <p:spPr>
          <a:xfrm>
            <a:off x="6216443" y="22804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8</a:t>
            </a:r>
            <a:endParaRPr sz="2400">
              <a:solidFill>
                <a:srgbClr val="FF0000"/>
              </a:solidFill>
              <a:latin typeface="Trebuchet MS"/>
              <a:ea typeface="Trebuchet MS"/>
              <a:cs typeface="Trebuchet MS"/>
              <a:sym typeface="Trebuchet MS"/>
            </a:endParaRPr>
          </a:p>
        </p:txBody>
      </p:sp>
      <p:sp>
        <p:nvSpPr>
          <p:cNvPr id="439" name="Google Shape;439;p59"/>
          <p:cNvSpPr txBox="1"/>
          <p:nvPr/>
        </p:nvSpPr>
        <p:spPr>
          <a:xfrm>
            <a:off x="6651447" y="22821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14</a:t>
            </a:r>
            <a:endParaRPr sz="2400">
              <a:solidFill>
                <a:srgbClr val="FF0000"/>
              </a:solidFill>
              <a:latin typeface="Trebuchet MS"/>
              <a:ea typeface="Trebuchet MS"/>
              <a:cs typeface="Trebuchet MS"/>
              <a:sym typeface="Trebuchet MS"/>
            </a:endParaRPr>
          </a:p>
        </p:txBody>
      </p:sp>
      <p:sp>
        <p:nvSpPr>
          <p:cNvPr id="440" name="Google Shape;440;p59"/>
          <p:cNvSpPr txBox="1"/>
          <p:nvPr/>
        </p:nvSpPr>
        <p:spPr>
          <a:xfrm>
            <a:off x="7124157" y="229322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22</a:t>
            </a:r>
            <a:endParaRPr sz="2400">
              <a:solidFill>
                <a:srgbClr val="FF0000"/>
              </a:solidFill>
              <a:latin typeface="Trebuchet MS"/>
              <a:ea typeface="Trebuchet MS"/>
              <a:cs typeface="Trebuchet MS"/>
              <a:sym typeface="Trebuchet MS"/>
            </a:endParaRPr>
          </a:p>
        </p:txBody>
      </p:sp>
      <p:sp>
        <p:nvSpPr>
          <p:cNvPr id="441" name="Google Shape;441;p59"/>
          <p:cNvSpPr txBox="1"/>
          <p:nvPr/>
        </p:nvSpPr>
        <p:spPr>
          <a:xfrm>
            <a:off x="7615672" y="228548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28</a:t>
            </a:r>
            <a:endParaRPr sz="2400">
              <a:solidFill>
                <a:srgbClr val="FF0000"/>
              </a:solidFill>
              <a:latin typeface="Trebuchet MS"/>
              <a:ea typeface="Trebuchet MS"/>
              <a:cs typeface="Trebuchet MS"/>
              <a:sym typeface="Trebuchet MS"/>
            </a:endParaRPr>
          </a:p>
        </p:txBody>
      </p:sp>
      <p:sp>
        <p:nvSpPr>
          <p:cNvPr id="442" name="Google Shape;442;p59"/>
          <p:cNvSpPr txBox="1"/>
          <p:nvPr/>
        </p:nvSpPr>
        <p:spPr>
          <a:xfrm>
            <a:off x="8088373" y="2277739"/>
            <a:ext cx="544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30</a:t>
            </a:r>
            <a:endParaRPr sz="2000">
              <a:solidFill>
                <a:srgbClr val="FF0000"/>
              </a:solidFill>
              <a:latin typeface="Trebuchet MS"/>
              <a:ea typeface="Trebuchet MS"/>
              <a:cs typeface="Trebuchet MS"/>
              <a:sym typeface="Trebuchet MS"/>
            </a:endParaRPr>
          </a:p>
        </p:txBody>
      </p:sp>
      <p:sp>
        <p:nvSpPr>
          <p:cNvPr id="443" name="Google Shape;443;p59"/>
          <p:cNvSpPr txBox="1"/>
          <p:nvPr/>
        </p:nvSpPr>
        <p:spPr>
          <a:xfrm>
            <a:off x="6216443" y="18232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4</a:t>
            </a:r>
            <a:endParaRPr sz="2400">
              <a:solidFill>
                <a:srgbClr val="FF0000"/>
              </a:solidFill>
              <a:latin typeface="Trebuchet MS"/>
              <a:ea typeface="Trebuchet MS"/>
              <a:cs typeface="Trebuchet MS"/>
              <a:sym typeface="Trebuchet MS"/>
            </a:endParaRPr>
          </a:p>
        </p:txBody>
      </p:sp>
      <p:sp>
        <p:nvSpPr>
          <p:cNvPr id="444" name="Google Shape;444;p59"/>
          <p:cNvSpPr txBox="1"/>
          <p:nvPr/>
        </p:nvSpPr>
        <p:spPr>
          <a:xfrm>
            <a:off x="6632341" y="1840033"/>
            <a:ext cx="6015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11</a:t>
            </a:r>
            <a:endParaRPr sz="2400">
              <a:solidFill>
                <a:srgbClr val="FF0000"/>
              </a:solidFill>
              <a:latin typeface="Trebuchet MS"/>
              <a:ea typeface="Trebuchet MS"/>
              <a:cs typeface="Trebuchet MS"/>
              <a:sym typeface="Trebuchet MS"/>
            </a:endParaRPr>
          </a:p>
        </p:txBody>
      </p:sp>
      <p:sp>
        <p:nvSpPr>
          <p:cNvPr id="445" name="Google Shape;445;p59"/>
          <p:cNvSpPr txBox="1"/>
          <p:nvPr/>
        </p:nvSpPr>
        <p:spPr>
          <a:xfrm>
            <a:off x="7124161" y="1845441"/>
            <a:ext cx="6015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446" name="Google Shape;446;p59"/>
          <p:cNvSpPr txBox="1"/>
          <p:nvPr/>
        </p:nvSpPr>
        <p:spPr>
          <a:xfrm>
            <a:off x="7625075" y="1838725"/>
            <a:ext cx="544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47" name="Google Shape;447;p59"/>
          <p:cNvSpPr txBox="1"/>
          <p:nvPr/>
        </p:nvSpPr>
        <p:spPr>
          <a:xfrm>
            <a:off x="8077254" y="184985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448" name="Google Shape;448;p59"/>
          <p:cNvSpPr txBox="1"/>
          <p:nvPr/>
        </p:nvSpPr>
        <p:spPr>
          <a:xfrm>
            <a:off x="8077275" y="4086011"/>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449" name="Google Shape;449;p59"/>
          <p:cNvSpPr txBox="1"/>
          <p:nvPr/>
        </p:nvSpPr>
        <p:spPr>
          <a:xfrm>
            <a:off x="5764249" y="187538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0</a:t>
            </a:r>
            <a:endParaRPr sz="2400">
              <a:solidFill>
                <a:srgbClr val="FF0000"/>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0"/>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Get the optimal solution using backtracking</a:t>
            </a:r>
            <a:endParaRPr/>
          </a:p>
        </p:txBody>
      </p:sp>
      <p:sp>
        <p:nvSpPr>
          <p:cNvPr id="455" name="Google Shape;455;p60"/>
          <p:cNvSpPr txBox="1"/>
          <p:nvPr>
            <p:ph idx="1" type="body"/>
          </p:nvPr>
        </p:nvSpPr>
        <p:spPr>
          <a:xfrm>
            <a:off x="508000" y="1202500"/>
            <a:ext cx="4872900" cy="3328500"/>
          </a:xfrm>
          <a:prstGeom prst="rect">
            <a:avLst/>
          </a:prstGeom>
        </p:spPr>
        <p:txBody>
          <a:bodyPr anchorCtr="0" anchor="t" bIns="34275" lIns="68575" spcFirstLastPara="1" rIns="68575" wrap="square" tIns="34275">
            <a:normAutofit/>
          </a:bodyPr>
          <a:lstStyle/>
          <a:p>
            <a:pPr indent="-298450" lvl="0" marL="457200" rtl="0" algn="l">
              <a:lnSpc>
                <a:spcPct val="150000"/>
              </a:lnSpc>
              <a:spcBef>
                <a:spcPts val="800"/>
              </a:spcBef>
              <a:spcAft>
                <a:spcPts val="0"/>
              </a:spcAft>
              <a:buSzPts val="1100"/>
              <a:buChar char="►"/>
            </a:pPr>
            <a:r>
              <a:rPr lang="en"/>
              <a:t>Use the filled-in values to figure out the optimal solution</a:t>
            </a:r>
            <a:endParaRPr/>
          </a:p>
          <a:p>
            <a:pPr indent="-298450" lvl="0" marL="457200" rtl="0" algn="l">
              <a:lnSpc>
                <a:spcPct val="150000"/>
              </a:lnSpc>
              <a:spcBef>
                <a:spcPts val="0"/>
              </a:spcBef>
              <a:spcAft>
                <a:spcPts val="0"/>
              </a:spcAft>
              <a:buSzPts val="1100"/>
              <a:buChar char="►"/>
            </a:pPr>
            <a:r>
              <a:rPr lang="en"/>
              <a:t>For example:</a:t>
            </a:r>
            <a:endParaRPr/>
          </a:p>
          <a:p>
            <a:pPr indent="-298450" lvl="1" marL="914400" rtl="0" algn="l">
              <a:lnSpc>
                <a:spcPct val="150000"/>
              </a:lnSpc>
              <a:spcBef>
                <a:spcPts val="0"/>
              </a:spcBef>
              <a:spcAft>
                <a:spcPts val="0"/>
              </a:spcAft>
              <a:buSzPts val="1100"/>
              <a:buChar char="►"/>
            </a:pPr>
            <a:r>
              <a:rPr lang="en"/>
              <a:t>Total time = Square time + min(left time, up time)</a:t>
            </a:r>
            <a:endParaRPr/>
          </a:p>
          <a:p>
            <a:pPr indent="-298450" lvl="1" marL="914400" rtl="0" algn="l">
              <a:lnSpc>
                <a:spcPct val="150000"/>
              </a:lnSpc>
              <a:spcBef>
                <a:spcPts val="0"/>
              </a:spcBef>
              <a:spcAft>
                <a:spcPts val="0"/>
              </a:spcAft>
              <a:buSzPts val="1100"/>
              <a:buChar char="►"/>
            </a:pPr>
            <a:r>
              <a:rPr lang="en"/>
              <a:t>Based on our recurrence, we can see we should pick the previous square that has the smaller value</a:t>
            </a:r>
            <a:endParaRPr/>
          </a:p>
        </p:txBody>
      </p:sp>
      <p:pic>
        <p:nvPicPr>
          <p:cNvPr id="456" name="Google Shape;456;p60"/>
          <p:cNvPicPr preferRelativeResize="0"/>
          <p:nvPr/>
        </p:nvPicPr>
        <p:blipFill>
          <a:blip r:embed="rId3">
            <a:alphaModFix/>
          </a:blip>
          <a:stretch>
            <a:fillRect/>
          </a:stretch>
        </p:blipFill>
        <p:spPr>
          <a:xfrm>
            <a:off x="7368625" y="146351"/>
            <a:ext cx="1660700" cy="1513450"/>
          </a:xfrm>
          <a:prstGeom prst="rect">
            <a:avLst/>
          </a:prstGeom>
          <a:noFill/>
          <a:ln>
            <a:noFill/>
          </a:ln>
        </p:spPr>
      </p:pic>
      <p:pic>
        <p:nvPicPr>
          <p:cNvPr id="457" name="Google Shape;457;p60"/>
          <p:cNvPicPr preferRelativeResize="0"/>
          <p:nvPr/>
        </p:nvPicPr>
        <p:blipFill rotWithShape="1">
          <a:blip r:embed="rId4">
            <a:alphaModFix/>
          </a:blip>
          <a:srcRect b="14060" l="6945" r="6997" t="0"/>
          <a:stretch/>
        </p:blipFill>
        <p:spPr>
          <a:xfrm>
            <a:off x="5586225" y="1793649"/>
            <a:ext cx="3045176" cy="2812725"/>
          </a:xfrm>
          <a:prstGeom prst="rect">
            <a:avLst/>
          </a:prstGeom>
          <a:noFill/>
          <a:ln>
            <a:noFill/>
          </a:ln>
        </p:spPr>
      </p:pic>
      <p:sp>
        <p:nvSpPr>
          <p:cNvPr id="458" name="Google Shape;458;p60"/>
          <p:cNvSpPr txBox="1"/>
          <p:nvPr/>
        </p:nvSpPr>
        <p:spPr>
          <a:xfrm>
            <a:off x="5748300" y="2725525"/>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8</a:t>
            </a:r>
            <a:endParaRPr sz="2400">
              <a:solidFill>
                <a:srgbClr val="FF0000"/>
              </a:solidFill>
              <a:latin typeface="Trebuchet MS"/>
              <a:ea typeface="Trebuchet MS"/>
              <a:cs typeface="Trebuchet MS"/>
              <a:sym typeface="Trebuchet MS"/>
            </a:endParaRPr>
          </a:p>
        </p:txBody>
      </p:sp>
      <p:sp>
        <p:nvSpPr>
          <p:cNvPr id="459" name="Google Shape;459;p60"/>
          <p:cNvSpPr txBox="1"/>
          <p:nvPr/>
        </p:nvSpPr>
        <p:spPr>
          <a:xfrm>
            <a:off x="6203546" y="2704488"/>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11</a:t>
            </a:r>
            <a:endParaRPr sz="2400">
              <a:solidFill>
                <a:srgbClr val="FF0000"/>
              </a:solidFill>
              <a:latin typeface="Trebuchet MS"/>
              <a:ea typeface="Trebuchet MS"/>
              <a:cs typeface="Trebuchet MS"/>
              <a:sym typeface="Trebuchet MS"/>
            </a:endParaRPr>
          </a:p>
        </p:txBody>
      </p:sp>
      <p:sp>
        <p:nvSpPr>
          <p:cNvPr id="460" name="Google Shape;460;p60"/>
          <p:cNvSpPr txBox="1"/>
          <p:nvPr/>
        </p:nvSpPr>
        <p:spPr>
          <a:xfrm>
            <a:off x="6637184" y="2719459"/>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15</a:t>
            </a:r>
            <a:endParaRPr sz="2400">
              <a:solidFill>
                <a:srgbClr val="FF0000"/>
              </a:solidFill>
              <a:latin typeface="Trebuchet MS"/>
              <a:ea typeface="Trebuchet MS"/>
              <a:cs typeface="Trebuchet MS"/>
              <a:sym typeface="Trebuchet MS"/>
            </a:endParaRPr>
          </a:p>
        </p:txBody>
      </p:sp>
      <p:sp>
        <p:nvSpPr>
          <p:cNvPr id="461" name="Google Shape;461;p60"/>
          <p:cNvSpPr txBox="1"/>
          <p:nvPr/>
        </p:nvSpPr>
        <p:spPr>
          <a:xfrm>
            <a:off x="7147539" y="2730555"/>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21</a:t>
            </a:r>
            <a:endParaRPr sz="2400">
              <a:solidFill>
                <a:srgbClr val="FF0000"/>
              </a:solidFill>
              <a:latin typeface="Trebuchet MS"/>
              <a:ea typeface="Trebuchet MS"/>
              <a:cs typeface="Trebuchet MS"/>
              <a:sym typeface="Trebuchet MS"/>
            </a:endParaRPr>
          </a:p>
        </p:txBody>
      </p:sp>
      <p:sp>
        <p:nvSpPr>
          <p:cNvPr id="462" name="Google Shape;462;p60"/>
          <p:cNvSpPr txBox="1"/>
          <p:nvPr/>
        </p:nvSpPr>
        <p:spPr>
          <a:xfrm>
            <a:off x="7620250" y="27322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63" name="Google Shape;463;p60"/>
          <p:cNvSpPr txBox="1"/>
          <p:nvPr/>
        </p:nvSpPr>
        <p:spPr>
          <a:xfrm>
            <a:off x="8111760" y="2733889"/>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000">
              <a:solidFill>
                <a:srgbClr val="FF0000"/>
              </a:solidFill>
              <a:latin typeface="Trebuchet MS"/>
              <a:ea typeface="Trebuchet MS"/>
              <a:cs typeface="Trebuchet MS"/>
              <a:sym typeface="Trebuchet MS"/>
            </a:endParaRPr>
          </a:p>
        </p:txBody>
      </p:sp>
      <p:sp>
        <p:nvSpPr>
          <p:cNvPr id="464" name="Google Shape;464;p60"/>
          <p:cNvSpPr txBox="1"/>
          <p:nvPr/>
        </p:nvSpPr>
        <p:spPr>
          <a:xfrm>
            <a:off x="5703975" y="3149963"/>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14</a:t>
            </a:r>
            <a:endParaRPr sz="2400">
              <a:solidFill>
                <a:srgbClr val="FF0000"/>
              </a:solidFill>
              <a:latin typeface="Trebuchet MS"/>
              <a:ea typeface="Trebuchet MS"/>
              <a:cs typeface="Trebuchet MS"/>
              <a:sym typeface="Trebuchet MS"/>
            </a:endParaRPr>
          </a:p>
        </p:txBody>
      </p:sp>
      <p:sp>
        <p:nvSpPr>
          <p:cNvPr id="465" name="Google Shape;465;p60"/>
          <p:cNvSpPr txBox="1"/>
          <p:nvPr/>
        </p:nvSpPr>
        <p:spPr>
          <a:xfrm>
            <a:off x="6203546" y="316105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16</a:t>
            </a:r>
            <a:endParaRPr sz="2400">
              <a:solidFill>
                <a:srgbClr val="FF0000"/>
              </a:solidFill>
              <a:latin typeface="Trebuchet MS"/>
              <a:ea typeface="Trebuchet MS"/>
              <a:cs typeface="Trebuchet MS"/>
              <a:sym typeface="Trebuchet MS"/>
            </a:endParaRPr>
          </a:p>
        </p:txBody>
      </p:sp>
      <p:sp>
        <p:nvSpPr>
          <p:cNvPr id="466" name="Google Shape;466;p60"/>
          <p:cNvSpPr txBox="1"/>
          <p:nvPr/>
        </p:nvSpPr>
        <p:spPr>
          <a:xfrm>
            <a:off x="6637015" y="3154466"/>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467" name="Google Shape;467;p60"/>
          <p:cNvSpPr txBox="1"/>
          <p:nvPr/>
        </p:nvSpPr>
        <p:spPr>
          <a:xfrm>
            <a:off x="7128529" y="3156141"/>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468" name="Google Shape;468;p60"/>
          <p:cNvSpPr txBox="1"/>
          <p:nvPr/>
        </p:nvSpPr>
        <p:spPr>
          <a:xfrm>
            <a:off x="7620081" y="315779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22</a:t>
            </a:r>
            <a:endParaRPr sz="2000">
              <a:solidFill>
                <a:srgbClr val="FF0000"/>
              </a:solidFill>
              <a:latin typeface="Trebuchet MS"/>
              <a:ea typeface="Trebuchet MS"/>
              <a:cs typeface="Trebuchet MS"/>
              <a:sym typeface="Trebuchet MS"/>
            </a:endParaRPr>
          </a:p>
        </p:txBody>
      </p:sp>
      <p:sp>
        <p:nvSpPr>
          <p:cNvPr id="469" name="Google Shape;469;p60"/>
          <p:cNvSpPr txBox="1"/>
          <p:nvPr/>
        </p:nvSpPr>
        <p:spPr>
          <a:xfrm>
            <a:off x="8102168" y="315947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470" name="Google Shape;470;p60"/>
          <p:cNvSpPr txBox="1"/>
          <p:nvPr/>
        </p:nvSpPr>
        <p:spPr>
          <a:xfrm>
            <a:off x="5679441" y="358508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18</a:t>
            </a:r>
            <a:endParaRPr sz="2400">
              <a:solidFill>
                <a:srgbClr val="FF0000"/>
              </a:solidFill>
              <a:latin typeface="Trebuchet MS"/>
              <a:ea typeface="Trebuchet MS"/>
              <a:cs typeface="Trebuchet MS"/>
              <a:sym typeface="Trebuchet MS"/>
            </a:endParaRPr>
          </a:p>
        </p:txBody>
      </p:sp>
      <p:sp>
        <p:nvSpPr>
          <p:cNvPr id="471" name="Google Shape;471;p60"/>
          <p:cNvSpPr txBox="1"/>
          <p:nvPr/>
        </p:nvSpPr>
        <p:spPr>
          <a:xfrm>
            <a:off x="6203550" y="360135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21</a:t>
            </a:r>
            <a:endParaRPr sz="2400">
              <a:solidFill>
                <a:srgbClr val="FF0000"/>
              </a:solidFill>
              <a:latin typeface="Trebuchet MS"/>
              <a:ea typeface="Trebuchet MS"/>
              <a:cs typeface="Trebuchet MS"/>
              <a:sym typeface="Trebuchet MS"/>
            </a:endParaRPr>
          </a:p>
        </p:txBody>
      </p:sp>
      <p:sp>
        <p:nvSpPr>
          <p:cNvPr id="472" name="Google Shape;472;p60"/>
          <p:cNvSpPr txBox="1"/>
          <p:nvPr/>
        </p:nvSpPr>
        <p:spPr>
          <a:xfrm>
            <a:off x="6666927" y="3589466"/>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73" name="Google Shape;473;p60"/>
          <p:cNvSpPr txBox="1"/>
          <p:nvPr/>
        </p:nvSpPr>
        <p:spPr>
          <a:xfrm>
            <a:off x="7132743" y="358172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74" name="Google Shape;474;p60"/>
          <p:cNvSpPr txBox="1"/>
          <p:nvPr/>
        </p:nvSpPr>
        <p:spPr>
          <a:xfrm>
            <a:off x="7631154" y="358340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000">
              <a:solidFill>
                <a:srgbClr val="FF0000"/>
              </a:solidFill>
              <a:latin typeface="Trebuchet MS"/>
              <a:ea typeface="Trebuchet MS"/>
              <a:cs typeface="Trebuchet MS"/>
              <a:sym typeface="Trebuchet MS"/>
            </a:endParaRPr>
          </a:p>
        </p:txBody>
      </p:sp>
      <p:sp>
        <p:nvSpPr>
          <p:cNvPr id="475" name="Google Shape;475;p60"/>
          <p:cNvSpPr txBox="1"/>
          <p:nvPr/>
        </p:nvSpPr>
        <p:spPr>
          <a:xfrm>
            <a:off x="8075596" y="3575659"/>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000">
              <a:solidFill>
                <a:srgbClr val="FF0000"/>
              </a:solidFill>
              <a:latin typeface="Trebuchet MS"/>
              <a:ea typeface="Trebuchet MS"/>
              <a:cs typeface="Trebuchet MS"/>
              <a:sym typeface="Trebuchet MS"/>
            </a:endParaRPr>
          </a:p>
        </p:txBody>
      </p:sp>
      <p:sp>
        <p:nvSpPr>
          <p:cNvPr id="476" name="Google Shape;476;p60"/>
          <p:cNvSpPr txBox="1"/>
          <p:nvPr/>
        </p:nvSpPr>
        <p:spPr>
          <a:xfrm>
            <a:off x="5703973" y="40390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477" name="Google Shape;477;p60"/>
          <p:cNvSpPr txBox="1"/>
          <p:nvPr/>
        </p:nvSpPr>
        <p:spPr>
          <a:xfrm>
            <a:off x="6186695" y="404165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478" name="Google Shape;478;p60"/>
          <p:cNvSpPr txBox="1"/>
          <p:nvPr/>
        </p:nvSpPr>
        <p:spPr>
          <a:xfrm>
            <a:off x="6668619" y="403390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400">
              <a:solidFill>
                <a:srgbClr val="FF0000"/>
              </a:solidFill>
              <a:latin typeface="Trebuchet MS"/>
              <a:ea typeface="Trebuchet MS"/>
              <a:cs typeface="Trebuchet MS"/>
              <a:sym typeface="Trebuchet MS"/>
            </a:endParaRPr>
          </a:p>
        </p:txBody>
      </p:sp>
      <p:sp>
        <p:nvSpPr>
          <p:cNvPr id="479" name="Google Shape;479;p60"/>
          <p:cNvSpPr txBox="1"/>
          <p:nvPr/>
        </p:nvSpPr>
        <p:spPr>
          <a:xfrm>
            <a:off x="7150714" y="404500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80" name="Google Shape;480;p60"/>
          <p:cNvSpPr txBox="1"/>
          <p:nvPr/>
        </p:nvSpPr>
        <p:spPr>
          <a:xfrm>
            <a:off x="7614004" y="4037234"/>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481" name="Google Shape;481;p60"/>
          <p:cNvSpPr txBox="1"/>
          <p:nvPr/>
        </p:nvSpPr>
        <p:spPr>
          <a:xfrm>
            <a:off x="5743734" y="226936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a:t>
            </a:r>
            <a:endParaRPr sz="2400">
              <a:solidFill>
                <a:srgbClr val="FF0000"/>
              </a:solidFill>
              <a:latin typeface="Trebuchet MS"/>
              <a:ea typeface="Trebuchet MS"/>
              <a:cs typeface="Trebuchet MS"/>
              <a:sym typeface="Trebuchet MS"/>
            </a:endParaRPr>
          </a:p>
        </p:txBody>
      </p:sp>
      <p:sp>
        <p:nvSpPr>
          <p:cNvPr id="482" name="Google Shape;482;p60"/>
          <p:cNvSpPr txBox="1"/>
          <p:nvPr/>
        </p:nvSpPr>
        <p:spPr>
          <a:xfrm>
            <a:off x="6216443" y="22804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8</a:t>
            </a:r>
            <a:endParaRPr sz="2400">
              <a:solidFill>
                <a:srgbClr val="FF0000"/>
              </a:solidFill>
              <a:latin typeface="Trebuchet MS"/>
              <a:ea typeface="Trebuchet MS"/>
              <a:cs typeface="Trebuchet MS"/>
              <a:sym typeface="Trebuchet MS"/>
            </a:endParaRPr>
          </a:p>
        </p:txBody>
      </p:sp>
      <p:sp>
        <p:nvSpPr>
          <p:cNvPr id="483" name="Google Shape;483;p60"/>
          <p:cNvSpPr txBox="1"/>
          <p:nvPr/>
        </p:nvSpPr>
        <p:spPr>
          <a:xfrm>
            <a:off x="6651447" y="22821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14</a:t>
            </a:r>
            <a:endParaRPr sz="2400">
              <a:solidFill>
                <a:srgbClr val="FF0000"/>
              </a:solidFill>
              <a:latin typeface="Trebuchet MS"/>
              <a:ea typeface="Trebuchet MS"/>
              <a:cs typeface="Trebuchet MS"/>
              <a:sym typeface="Trebuchet MS"/>
            </a:endParaRPr>
          </a:p>
        </p:txBody>
      </p:sp>
      <p:sp>
        <p:nvSpPr>
          <p:cNvPr id="484" name="Google Shape;484;p60"/>
          <p:cNvSpPr txBox="1"/>
          <p:nvPr/>
        </p:nvSpPr>
        <p:spPr>
          <a:xfrm>
            <a:off x="7124157" y="229322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22</a:t>
            </a:r>
            <a:endParaRPr sz="2400">
              <a:solidFill>
                <a:srgbClr val="FF0000"/>
              </a:solidFill>
              <a:latin typeface="Trebuchet MS"/>
              <a:ea typeface="Trebuchet MS"/>
              <a:cs typeface="Trebuchet MS"/>
              <a:sym typeface="Trebuchet MS"/>
            </a:endParaRPr>
          </a:p>
        </p:txBody>
      </p:sp>
      <p:sp>
        <p:nvSpPr>
          <p:cNvPr id="485" name="Google Shape;485;p60"/>
          <p:cNvSpPr txBox="1"/>
          <p:nvPr/>
        </p:nvSpPr>
        <p:spPr>
          <a:xfrm>
            <a:off x="7615672" y="228548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28</a:t>
            </a:r>
            <a:endParaRPr sz="2400">
              <a:solidFill>
                <a:srgbClr val="FF0000"/>
              </a:solidFill>
              <a:latin typeface="Trebuchet MS"/>
              <a:ea typeface="Trebuchet MS"/>
              <a:cs typeface="Trebuchet MS"/>
              <a:sym typeface="Trebuchet MS"/>
            </a:endParaRPr>
          </a:p>
        </p:txBody>
      </p:sp>
      <p:sp>
        <p:nvSpPr>
          <p:cNvPr id="486" name="Google Shape;486;p60"/>
          <p:cNvSpPr txBox="1"/>
          <p:nvPr/>
        </p:nvSpPr>
        <p:spPr>
          <a:xfrm>
            <a:off x="8088373" y="2277739"/>
            <a:ext cx="544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30</a:t>
            </a:r>
            <a:endParaRPr sz="2000">
              <a:solidFill>
                <a:srgbClr val="FF0000"/>
              </a:solidFill>
              <a:latin typeface="Trebuchet MS"/>
              <a:ea typeface="Trebuchet MS"/>
              <a:cs typeface="Trebuchet MS"/>
              <a:sym typeface="Trebuchet MS"/>
            </a:endParaRPr>
          </a:p>
        </p:txBody>
      </p:sp>
      <p:sp>
        <p:nvSpPr>
          <p:cNvPr id="487" name="Google Shape;487;p60"/>
          <p:cNvSpPr txBox="1"/>
          <p:nvPr/>
        </p:nvSpPr>
        <p:spPr>
          <a:xfrm>
            <a:off x="6216443" y="18232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4</a:t>
            </a:r>
            <a:endParaRPr sz="2400">
              <a:solidFill>
                <a:srgbClr val="FF0000"/>
              </a:solidFill>
              <a:latin typeface="Trebuchet MS"/>
              <a:ea typeface="Trebuchet MS"/>
              <a:cs typeface="Trebuchet MS"/>
              <a:sym typeface="Trebuchet MS"/>
            </a:endParaRPr>
          </a:p>
        </p:txBody>
      </p:sp>
      <p:sp>
        <p:nvSpPr>
          <p:cNvPr id="488" name="Google Shape;488;p60"/>
          <p:cNvSpPr txBox="1"/>
          <p:nvPr/>
        </p:nvSpPr>
        <p:spPr>
          <a:xfrm>
            <a:off x="6632341" y="1840033"/>
            <a:ext cx="6015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11</a:t>
            </a:r>
            <a:endParaRPr sz="2400">
              <a:solidFill>
                <a:srgbClr val="FF0000"/>
              </a:solidFill>
              <a:latin typeface="Trebuchet MS"/>
              <a:ea typeface="Trebuchet MS"/>
              <a:cs typeface="Trebuchet MS"/>
              <a:sym typeface="Trebuchet MS"/>
            </a:endParaRPr>
          </a:p>
        </p:txBody>
      </p:sp>
      <p:sp>
        <p:nvSpPr>
          <p:cNvPr id="489" name="Google Shape;489;p60"/>
          <p:cNvSpPr txBox="1"/>
          <p:nvPr/>
        </p:nvSpPr>
        <p:spPr>
          <a:xfrm>
            <a:off x="7124161" y="1845441"/>
            <a:ext cx="6015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490" name="Google Shape;490;p60"/>
          <p:cNvSpPr txBox="1"/>
          <p:nvPr/>
        </p:nvSpPr>
        <p:spPr>
          <a:xfrm>
            <a:off x="7625075" y="1838725"/>
            <a:ext cx="544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491" name="Google Shape;491;p60"/>
          <p:cNvSpPr txBox="1"/>
          <p:nvPr/>
        </p:nvSpPr>
        <p:spPr>
          <a:xfrm>
            <a:off x="8077254" y="184985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492" name="Google Shape;492;p60"/>
          <p:cNvSpPr txBox="1"/>
          <p:nvPr/>
        </p:nvSpPr>
        <p:spPr>
          <a:xfrm>
            <a:off x="8077275" y="4086011"/>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493" name="Google Shape;493;p60"/>
          <p:cNvSpPr txBox="1"/>
          <p:nvPr/>
        </p:nvSpPr>
        <p:spPr>
          <a:xfrm>
            <a:off x="5764249" y="187538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0</a:t>
            </a:r>
            <a:endParaRPr sz="2400">
              <a:solidFill>
                <a:srgbClr val="FF0000"/>
              </a:solidFill>
              <a:latin typeface="Trebuchet MS"/>
              <a:ea typeface="Trebuchet MS"/>
              <a:cs typeface="Trebuchet MS"/>
              <a:sym typeface="Trebuchet MS"/>
            </a:endParaRPr>
          </a:p>
        </p:txBody>
      </p:sp>
      <p:sp>
        <p:nvSpPr>
          <p:cNvPr id="494" name="Google Shape;494;p60"/>
          <p:cNvSpPr/>
          <p:nvPr/>
        </p:nvSpPr>
        <p:spPr>
          <a:xfrm>
            <a:off x="7514174" y="4232017"/>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495" name="Google Shape;495;p60"/>
          <p:cNvSpPr/>
          <p:nvPr/>
        </p:nvSpPr>
        <p:spPr>
          <a:xfrm>
            <a:off x="7968025" y="4252533"/>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496" name="Google Shape;496;p60"/>
          <p:cNvSpPr/>
          <p:nvPr/>
        </p:nvSpPr>
        <p:spPr>
          <a:xfrm rot="5400000">
            <a:off x="7263175" y="4009279"/>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497" name="Google Shape;497;p60"/>
          <p:cNvSpPr/>
          <p:nvPr/>
        </p:nvSpPr>
        <p:spPr>
          <a:xfrm rot="5400000">
            <a:off x="7258151" y="3556475"/>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498" name="Google Shape;498;p60"/>
          <p:cNvSpPr/>
          <p:nvPr/>
        </p:nvSpPr>
        <p:spPr>
          <a:xfrm>
            <a:off x="7009035" y="3355299"/>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499" name="Google Shape;499;p60"/>
          <p:cNvSpPr/>
          <p:nvPr/>
        </p:nvSpPr>
        <p:spPr>
          <a:xfrm rot="5400000">
            <a:off x="6782110" y="3108695"/>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00" name="Google Shape;500;p60"/>
          <p:cNvSpPr/>
          <p:nvPr/>
        </p:nvSpPr>
        <p:spPr>
          <a:xfrm>
            <a:off x="6535507" y="2916939"/>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01" name="Google Shape;501;p60"/>
          <p:cNvSpPr/>
          <p:nvPr/>
        </p:nvSpPr>
        <p:spPr>
          <a:xfrm rot="5400000">
            <a:off x="6304395" y="2679756"/>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02" name="Google Shape;502;p60"/>
          <p:cNvSpPr/>
          <p:nvPr/>
        </p:nvSpPr>
        <p:spPr>
          <a:xfrm>
            <a:off x="6040625" y="2478580"/>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03" name="Google Shape;503;p60"/>
          <p:cNvSpPr/>
          <p:nvPr/>
        </p:nvSpPr>
        <p:spPr>
          <a:xfrm rot="5400000">
            <a:off x="5827517" y="2250817"/>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04" name="Google Shape;504;p60"/>
          <p:cNvSpPr txBox="1"/>
          <p:nvPr>
            <p:ph idx="1" type="body"/>
          </p:nvPr>
        </p:nvSpPr>
        <p:spPr>
          <a:xfrm>
            <a:off x="425700" y="3184750"/>
            <a:ext cx="4872900" cy="1161900"/>
          </a:xfrm>
          <a:prstGeom prst="rect">
            <a:avLst/>
          </a:prstGeom>
        </p:spPr>
        <p:txBody>
          <a:bodyPr anchorCtr="0" anchor="t" bIns="34275" lIns="68575" spcFirstLastPara="1" rIns="68575" wrap="square" tIns="34275">
            <a:normAutofit/>
          </a:bodyPr>
          <a:lstStyle/>
          <a:p>
            <a:pPr indent="-298450" lvl="0" marL="457200" rtl="0" algn="l">
              <a:lnSpc>
                <a:spcPct val="150000"/>
              </a:lnSpc>
              <a:spcBef>
                <a:spcPts val="800"/>
              </a:spcBef>
              <a:spcAft>
                <a:spcPts val="0"/>
              </a:spcAft>
              <a:buSzPts val="1100"/>
              <a:buChar char="►"/>
            </a:pPr>
            <a:r>
              <a:rPr lang="en"/>
              <a:t>Note that there’s more than 1 optimal path</a:t>
            </a:r>
            <a:endParaRPr/>
          </a:p>
          <a:p>
            <a:pPr indent="-298450" lvl="1" marL="914400" rtl="0" algn="l">
              <a:lnSpc>
                <a:spcPct val="150000"/>
              </a:lnSpc>
              <a:spcBef>
                <a:spcPts val="0"/>
              </a:spcBef>
              <a:spcAft>
                <a:spcPts val="0"/>
              </a:spcAft>
              <a:buSzPts val="1100"/>
              <a:buChar char="►"/>
            </a:pPr>
            <a:r>
              <a:rPr lang="en"/>
              <a:t>In the 3rd row, 2nd column, we could have backtracked either left or up from the 11 to one of the two 8s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1"/>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Runtime analysis, YAY</a:t>
            </a:r>
            <a:endParaRPr/>
          </a:p>
        </p:txBody>
      </p:sp>
      <p:sp>
        <p:nvSpPr>
          <p:cNvPr id="510" name="Google Shape;510;p61"/>
          <p:cNvSpPr txBox="1"/>
          <p:nvPr>
            <p:ph idx="1" type="body"/>
          </p:nvPr>
        </p:nvSpPr>
        <p:spPr>
          <a:xfrm>
            <a:off x="508000" y="1202500"/>
            <a:ext cx="4872900" cy="3328500"/>
          </a:xfrm>
          <a:prstGeom prst="rect">
            <a:avLst/>
          </a:prstGeom>
        </p:spPr>
        <p:txBody>
          <a:bodyPr anchorCtr="0" anchor="t" bIns="34275" lIns="68575" spcFirstLastPara="1" rIns="68575" wrap="square" tIns="34275">
            <a:normAutofit/>
          </a:bodyPr>
          <a:lstStyle/>
          <a:p>
            <a:pPr indent="-298450" lvl="0" marL="457200" rtl="0" algn="l">
              <a:lnSpc>
                <a:spcPct val="150000"/>
              </a:lnSpc>
              <a:spcBef>
                <a:spcPts val="800"/>
              </a:spcBef>
              <a:spcAft>
                <a:spcPts val="0"/>
              </a:spcAft>
              <a:buSzPts val="1100"/>
              <a:buChar char="►"/>
            </a:pPr>
            <a:r>
              <a:rPr lang="en"/>
              <a:t>Analyze your algorithm to determine runtime</a:t>
            </a:r>
            <a:endParaRPr/>
          </a:p>
          <a:p>
            <a:pPr indent="-298450" lvl="0" marL="457200" rtl="0" algn="l">
              <a:lnSpc>
                <a:spcPct val="150000"/>
              </a:lnSpc>
              <a:spcBef>
                <a:spcPts val="0"/>
              </a:spcBef>
              <a:spcAft>
                <a:spcPts val="0"/>
              </a:spcAft>
              <a:buSzPts val="1100"/>
              <a:buChar char="►"/>
            </a:pPr>
            <a:r>
              <a:rPr lang="en"/>
              <a:t>Likely used a DP table</a:t>
            </a:r>
            <a:endParaRPr/>
          </a:p>
          <a:p>
            <a:pPr indent="-298450" lvl="1" marL="914400" rtl="0" algn="l">
              <a:lnSpc>
                <a:spcPct val="150000"/>
              </a:lnSpc>
              <a:spcBef>
                <a:spcPts val="0"/>
              </a:spcBef>
              <a:spcAft>
                <a:spcPts val="0"/>
              </a:spcAft>
              <a:buSzPts val="1100"/>
              <a:buChar char="►"/>
            </a:pPr>
            <a:r>
              <a:rPr lang="en"/>
              <a:t>Bound the number of table entries filled</a:t>
            </a:r>
            <a:endParaRPr/>
          </a:p>
          <a:p>
            <a:pPr indent="-298450" lvl="1" marL="914400" rtl="0" algn="l">
              <a:lnSpc>
                <a:spcPct val="150000"/>
              </a:lnSpc>
              <a:spcBef>
                <a:spcPts val="0"/>
              </a:spcBef>
              <a:spcAft>
                <a:spcPts val="0"/>
              </a:spcAft>
              <a:buSzPts val="1100"/>
              <a:buChar char="►"/>
            </a:pPr>
            <a:r>
              <a:rPr lang="en"/>
              <a:t>Bound the time to fill each entry</a:t>
            </a:r>
            <a:endParaRPr/>
          </a:p>
          <a:p>
            <a:pPr indent="-298450" lvl="0" marL="457200" rtl="0" algn="l">
              <a:lnSpc>
                <a:spcPct val="150000"/>
              </a:lnSpc>
              <a:spcBef>
                <a:spcPts val="0"/>
              </a:spcBef>
              <a:spcAft>
                <a:spcPts val="0"/>
              </a:spcAft>
              <a:buSzPts val="1100"/>
              <a:buChar char="►"/>
            </a:pPr>
            <a:r>
              <a:rPr lang="en"/>
              <a:t>For example:</a:t>
            </a:r>
            <a:endParaRPr/>
          </a:p>
          <a:p>
            <a:pPr indent="-298450" lvl="1" marL="914400" rtl="0" algn="l">
              <a:lnSpc>
                <a:spcPct val="150000"/>
              </a:lnSpc>
              <a:spcBef>
                <a:spcPts val="0"/>
              </a:spcBef>
              <a:spcAft>
                <a:spcPts val="0"/>
              </a:spcAft>
              <a:buSzPts val="1100"/>
              <a:buChar char="►"/>
            </a:pPr>
            <a:r>
              <a:rPr lang="en"/>
              <a:t>Total time = Square time + min(left time, up time)</a:t>
            </a:r>
            <a:endParaRPr/>
          </a:p>
          <a:p>
            <a:pPr indent="-298450" lvl="1" marL="914400" rtl="0" algn="l">
              <a:lnSpc>
                <a:spcPct val="150000"/>
              </a:lnSpc>
              <a:spcBef>
                <a:spcPts val="0"/>
              </a:spcBef>
              <a:spcAft>
                <a:spcPts val="0"/>
              </a:spcAft>
              <a:buSzPts val="1100"/>
              <a:buChar char="►"/>
            </a:pPr>
            <a:r>
              <a:rPr lang="en"/>
              <a:t>Based on our recurrence, we can see each table entry takes Θ(1) time to fill</a:t>
            </a:r>
            <a:endParaRPr/>
          </a:p>
          <a:p>
            <a:pPr indent="-298450" lvl="1" marL="914400" rtl="0" algn="l">
              <a:lnSpc>
                <a:spcPct val="150000"/>
              </a:lnSpc>
              <a:spcBef>
                <a:spcPts val="0"/>
              </a:spcBef>
              <a:spcAft>
                <a:spcPts val="0"/>
              </a:spcAft>
              <a:buSzPts val="1100"/>
              <a:buChar char="►"/>
            </a:pPr>
            <a:r>
              <a:rPr lang="en"/>
              <a:t>If our grid is </a:t>
            </a:r>
            <a:r>
              <a:rPr i="1" lang="en"/>
              <a:t>n</a:t>
            </a:r>
            <a:r>
              <a:rPr lang="en"/>
              <a:t> x </a:t>
            </a:r>
            <a:r>
              <a:rPr i="1" lang="en"/>
              <a:t>m</a:t>
            </a:r>
            <a:r>
              <a:rPr lang="en"/>
              <a:t>, there are </a:t>
            </a:r>
            <a:r>
              <a:rPr lang="en"/>
              <a:t>Θ(</a:t>
            </a:r>
            <a:r>
              <a:rPr i="1" lang="en"/>
              <a:t>n</a:t>
            </a:r>
            <a:r>
              <a:rPr lang="en"/>
              <a:t> * </a:t>
            </a:r>
            <a:r>
              <a:rPr i="1" lang="en"/>
              <a:t>m</a:t>
            </a:r>
            <a:r>
              <a:rPr lang="en"/>
              <a:t>) entries</a:t>
            </a:r>
            <a:endParaRPr/>
          </a:p>
          <a:p>
            <a:pPr indent="-298450" lvl="1" marL="914400" rtl="0" algn="l">
              <a:lnSpc>
                <a:spcPct val="150000"/>
              </a:lnSpc>
              <a:spcBef>
                <a:spcPts val="0"/>
              </a:spcBef>
              <a:spcAft>
                <a:spcPts val="0"/>
              </a:spcAft>
              <a:buSzPts val="1100"/>
              <a:buChar char="►"/>
            </a:pPr>
            <a:r>
              <a:rPr lang="en"/>
              <a:t>Therefore, runtime is Θ(</a:t>
            </a:r>
            <a:r>
              <a:rPr i="1" lang="en"/>
              <a:t>n</a:t>
            </a:r>
            <a:r>
              <a:rPr lang="en"/>
              <a:t> * </a:t>
            </a:r>
            <a:r>
              <a:rPr i="1" lang="en"/>
              <a:t>m</a:t>
            </a:r>
            <a:r>
              <a:rPr lang="en"/>
              <a:t>)</a:t>
            </a:r>
            <a:endParaRPr/>
          </a:p>
        </p:txBody>
      </p:sp>
      <p:pic>
        <p:nvPicPr>
          <p:cNvPr id="511" name="Google Shape;511;p61"/>
          <p:cNvPicPr preferRelativeResize="0"/>
          <p:nvPr/>
        </p:nvPicPr>
        <p:blipFill>
          <a:blip r:embed="rId3">
            <a:alphaModFix/>
          </a:blip>
          <a:stretch>
            <a:fillRect/>
          </a:stretch>
        </p:blipFill>
        <p:spPr>
          <a:xfrm>
            <a:off x="7368625" y="146351"/>
            <a:ext cx="1660700" cy="1513450"/>
          </a:xfrm>
          <a:prstGeom prst="rect">
            <a:avLst/>
          </a:prstGeom>
          <a:noFill/>
          <a:ln>
            <a:noFill/>
          </a:ln>
        </p:spPr>
      </p:pic>
      <p:pic>
        <p:nvPicPr>
          <p:cNvPr id="512" name="Google Shape;512;p61"/>
          <p:cNvPicPr preferRelativeResize="0"/>
          <p:nvPr/>
        </p:nvPicPr>
        <p:blipFill rotWithShape="1">
          <a:blip r:embed="rId4">
            <a:alphaModFix/>
          </a:blip>
          <a:srcRect b="14060" l="6945" r="6997" t="0"/>
          <a:stretch/>
        </p:blipFill>
        <p:spPr>
          <a:xfrm>
            <a:off x="5586225" y="1793649"/>
            <a:ext cx="3045176" cy="2812725"/>
          </a:xfrm>
          <a:prstGeom prst="rect">
            <a:avLst/>
          </a:prstGeom>
          <a:noFill/>
          <a:ln>
            <a:noFill/>
          </a:ln>
        </p:spPr>
      </p:pic>
      <p:sp>
        <p:nvSpPr>
          <p:cNvPr id="513" name="Google Shape;513;p61"/>
          <p:cNvSpPr txBox="1"/>
          <p:nvPr/>
        </p:nvSpPr>
        <p:spPr>
          <a:xfrm>
            <a:off x="5748300" y="2725525"/>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8</a:t>
            </a:r>
            <a:endParaRPr sz="2400">
              <a:solidFill>
                <a:srgbClr val="FF0000"/>
              </a:solidFill>
              <a:latin typeface="Trebuchet MS"/>
              <a:ea typeface="Trebuchet MS"/>
              <a:cs typeface="Trebuchet MS"/>
              <a:sym typeface="Trebuchet MS"/>
            </a:endParaRPr>
          </a:p>
        </p:txBody>
      </p:sp>
      <p:sp>
        <p:nvSpPr>
          <p:cNvPr id="514" name="Google Shape;514;p61"/>
          <p:cNvSpPr txBox="1"/>
          <p:nvPr/>
        </p:nvSpPr>
        <p:spPr>
          <a:xfrm>
            <a:off x="6203546" y="2704488"/>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11</a:t>
            </a:r>
            <a:endParaRPr sz="2400">
              <a:solidFill>
                <a:srgbClr val="FF0000"/>
              </a:solidFill>
              <a:latin typeface="Trebuchet MS"/>
              <a:ea typeface="Trebuchet MS"/>
              <a:cs typeface="Trebuchet MS"/>
              <a:sym typeface="Trebuchet MS"/>
            </a:endParaRPr>
          </a:p>
        </p:txBody>
      </p:sp>
      <p:sp>
        <p:nvSpPr>
          <p:cNvPr id="515" name="Google Shape;515;p61"/>
          <p:cNvSpPr txBox="1"/>
          <p:nvPr/>
        </p:nvSpPr>
        <p:spPr>
          <a:xfrm>
            <a:off x="6637184" y="2719459"/>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15</a:t>
            </a:r>
            <a:endParaRPr sz="2400">
              <a:solidFill>
                <a:srgbClr val="FF0000"/>
              </a:solidFill>
              <a:latin typeface="Trebuchet MS"/>
              <a:ea typeface="Trebuchet MS"/>
              <a:cs typeface="Trebuchet MS"/>
              <a:sym typeface="Trebuchet MS"/>
            </a:endParaRPr>
          </a:p>
        </p:txBody>
      </p:sp>
      <p:sp>
        <p:nvSpPr>
          <p:cNvPr id="516" name="Google Shape;516;p61"/>
          <p:cNvSpPr txBox="1"/>
          <p:nvPr/>
        </p:nvSpPr>
        <p:spPr>
          <a:xfrm>
            <a:off x="7147539" y="2730555"/>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21</a:t>
            </a:r>
            <a:endParaRPr sz="2400">
              <a:solidFill>
                <a:srgbClr val="FF0000"/>
              </a:solidFill>
              <a:latin typeface="Trebuchet MS"/>
              <a:ea typeface="Trebuchet MS"/>
              <a:cs typeface="Trebuchet MS"/>
              <a:sym typeface="Trebuchet MS"/>
            </a:endParaRPr>
          </a:p>
        </p:txBody>
      </p:sp>
      <p:sp>
        <p:nvSpPr>
          <p:cNvPr id="517" name="Google Shape;517;p61"/>
          <p:cNvSpPr txBox="1"/>
          <p:nvPr/>
        </p:nvSpPr>
        <p:spPr>
          <a:xfrm>
            <a:off x="7620250" y="27322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518" name="Google Shape;518;p61"/>
          <p:cNvSpPr txBox="1"/>
          <p:nvPr/>
        </p:nvSpPr>
        <p:spPr>
          <a:xfrm>
            <a:off x="8111760" y="2733889"/>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000">
              <a:solidFill>
                <a:srgbClr val="FF0000"/>
              </a:solidFill>
              <a:latin typeface="Trebuchet MS"/>
              <a:ea typeface="Trebuchet MS"/>
              <a:cs typeface="Trebuchet MS"/>
              <a:sym typeface="Trebuchet MS"/>
            </a:endParaRPr>
          </a:p>
        </p:txBody>
      </p:sp>
      <p:sp>
        <p:nvSpPr>
          <p:cNvPr id="519" name="Google Shape;519;p61"/>
          <p:cNvSpPr txBox="1"/>
          <p:nvPr/>
        </p:nvSpPr>
        <p:spPr>
          <a:xfrm>
            <a:off x="5703975" y="3149963"/>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14</a:t>
            </a:r>
            <a:endParaRPr sz="2400">
              <a:solidFill>
                <a:srgbClr val="FF0000"/>
              </a:solidFill>
              <a:latin typeface="Trebuchet MS"/>
              <a:ea typeface="Trebuchet MS"/>
              <a:cs typeface="Trebuchet MS"/>
              <a:sym typeface="Trebuchet MS"/>
            </a:endParaRPr>
          </a:p>
        </p:txBody>
      </p:sp>
      <p:sp>
        <p:nvSpPr>
          <p:cNvPr id="520" name="Google Shape;520;p61"/>
          <p:cNvSpPr txBox="1"/>
          <p:nvPr/>
        </p:nvSpPr>
        <p:spPr>
          <a:xfrm>
            <a:off x="6203546" y="316105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16</a:t>
            </a:r>
            <a:endParaRPr sz="2400">
              <a:solidFill>
                <a:srgbClr val="FF0000"/>
              </a:solidFill>
              <a:latin typeface="Trebuchet MS"/>
              <a:ea typeface="Trebuchet MS"/>
              <a:cs typeface="Trebuchet MS"/>
              <a:sym typeface="Trebuchet MS"/>
            </a:endParaRPr>
          </a:p>
        </p:txBody>
      </p:sp>
      <p:sp>
        <p:nvSpPr>
          <p:cNvPr id="521" name="Google Shape;521;p61"/>
          <p:cNvSpPr txBox="1"/>
          <p:nvPr/>
        </p:nvSpPr>
        <p:spPr>
          <a:xfrm>
            <a:off x="6637015" y="3154466"/>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522" name="Google Shape;522;p61"/>
          <p:cNvSpPr txBox="1"/>
          <p:nvPr/>
        </p:nvSpPr>
        <p:spPr>
          <a:xfrm>
            <a:off x="7128529" y="3156141"/>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523" name="Google Shape;523;p61"/>
          <p:cNvSpPr txBox="1"/>
          <p:nvPr/>
        </p:nvSpPr>
        <p:spPr>
          <a:xfrm>
            <a:off x="7620081" y="315779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22</a:t>
            </a:r>
            <a:endParaRPr sz="2000">
              <a:solidFill>
                <a:srgbClr val="FF0000"/>
              </a:solidFill>
              <a:latin typeface="Trebuchet MS"/>
              <a:ea typeface="Trebuchet MS"/>
              <a:cs typeface="Trebuchet MS"/>
              <a:sym typeface="Trebuchet MS"/>
            </a:endParaRPr>
          </a:p>
        </p:txBody>
      </p:sp>
      <p:sp>
        <p:nvSpPr>
          <p:cNvPr id="524" name="Google Shape;524;p61"/>
          <p:cNvSpPr txBox="1"/>
          <p:nvPr/>
        </p:nvSpPr>
        <p:spPr>
          <a:xfrm>
            <a:off x="8102168" y="315947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525" name="Google Shape;525;p61"/>
          <p:cNvSpPr txBox="1"/>
          <p:nvPr/>
        </p:nvSpPr>
        <p:spPr>
          <a:xfrm>
            <a:off x="5679441" y="358508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18</a:t>
            </a:r>
            <a:endParaRPr sz="2400">
              <a:solidFill>
                <a:srgbClr val="FF0000"/>
              </a:solidFill>
              <a:latin typeface="Trebuchet MS"/>
              <a:ea typeface="Trebuchet MS"/>
              <a:cs typeface="Trebuchet MS"/>
              <a:sym typeface="Trebuchet MS"/>
            </a:endParaRPr>
          </a:p>
        </p:txBody>
      </p:sp>
      <p:sp>
        <p:nvSpPr>
          <p:cNvPr id="526" name="Google Shape;526;p61"/>
          <p:cNvSpPr txBox="1"/>
          <p:nvPr/>
        </p:nvSpPr>
        <p:spPr>
          <a:xfrm>
            <a:off x="6203550" y="360135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21</a:t>
            </a:r>
            <a:endParaRPr sz="2400">
              <a:solidFill>
                <a:srgbClr val="FF0000"/>
              </a:solidFill>
              <a:latin typeface="Trebuchet MS"/>
              <a:ea typeface="Trebuchet MS"/>
              <a:cs typeface="Trebuchet MS"/>
              <a:sym typeface="Trebuchet MS"/>
            </a:endParaRPr>
          </a:p>
        </p:txBody>
      </p:sp>
      <p:sp>
        <p:nvSpPr>
          <p:cNvPr id="527" name="Google Shape;527;p61"/>
          <p:cNvSpPr txBox="1"/>
          <p:nvPr/>
        </p:nvSpPr>
        <p:spPr>
          <a:xfrm>
            <a:off x="6666927" y="3589466"/>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528" name="Google Shape;528;p61"/>
          <p:cNvSpPr txBox="1"/>
          <p:nvPr/>
        </p:nvSpPr>
        <p:spPr>
          <a:xfrm>
            <a:off x="7132743" y="358172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529" name="Google Shape;529;p61"/>
          <p:cNvSpPr txBox="1"/>
          <p:nvPr/>
        </p:nvSpPr>
        <p:spPr>
          <a:xfrm>
            <a:off x="7631154" y="358340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000">
              <a:solidFill>
                <a:srgbClr val="FF0000"/>
              </a:solidFill>
              <a:latin typeface="Trebuchet MS"/>
              <a:ea typeface="Trebuchet MS"/>
              <a:cs typeface="Trebuchet MS"/>
              <a:sym typeface="Trebuchet MS"/>
            </a:endParaRPr>
          </a:p>
        </p:txBody>
      </p:sp>
      <p:sp>
        <p:nvSpPr>
          <p:cNvPr id="530" name="Google Shape;530;p61"/>
          <p:cNvSpPr txBox="1"/>
          <p:nvPr/>
        </p:nvSpPr>
        <p:spPr>
          <a:xfrm>
            <a:off x="8075596" y="3575659"/>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000">
              <a:solidFill>
                <a:srgbClr val="FF0000"/>
              </a:solidFill>
              <a:latin typeface="Trebuchet MS"/>
              <a:ea typeface="Trebuchet MS"/>
              <a:cs typeface="Trebuchet MS"/>
              <a:sym typeface="Trebuchet MS"/>
            </a:endParaRPr>
          </a:p>
        </p:txBody>
      </p:sp>
      <p:sp>
        <p:nvSpPr>
          <p:cNvPr id="531" name="Google Shape;531;p61"/>
          <p:cNvSpPr txBox="1"/>
          <p:nvPr/>
        </p:nvSpPr>
        <p:spPr>
          <a:xfrm>
            <a:off x="5703973" y="40390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532" name="Google Shape;532;p61"/>
          <p:cNvSpPr txBox="1"/>
          <p:nvPr/>
        </p:nvSpPr>
        <p:spPr>
          <a:xfrm>
            <a:off x="6186695" y="404165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533" name="Google Shape;533;p61"/>
          <p:cNvSpPr txBox="1"/>
          <p:nvPr/>
        </p:nvSpPr>
        <p:spPr>
          <a:xfrm>
            <a:off x="6668619" y="403390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32</a:t>
            </a:r>
            <a:endParaRPr sz="2400">
              <a:solidFill>
                <a:srgbClr val="FF0000"/>
              </a:solidFill>
              <a:latin typeface="Trebuchet MS"/>
              <a:ea typeface="Trebuchet MS"/>
              <a:cs typeface="Trebuchet MS"/>
              <a:sym typeface="Trebuchet MS"/>
            </a:endParaRPr>
          </a:p>
        </p:txBody>
      </p:sp>
      <p:sp>
        <p:nvSpPr>
          <p:cNvPr id="534" name="Google Shape;534;p61"/>
          <p:cNvSpPr txBox="1"/>
          <p:nvPr/>
        </p:nvSpPr>
        <p:spPr>
          <a:xfrm>
            <a:off x="7150714" y="404500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535" name="Google Shape;535;p61"/>
          <p:cNvSpPr txBox="1"/>
          <p:nvPr/>
        </p:nvSpPr>
        <p:spPr>
          <a:xfrm>
            <a:off x="7614004" y="4037234"/>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536" name="Google Shape;536;p61"/>
          <p:cNvSpPr txBox="1"/>
          <p:nvPr/>
        </p:nvSpPr>
        <p:spPr>
          <a:xfrm>
            <a:off x="5743734" y="2269363"/>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a:t>
            </a:r>
            <a:endParaRPr sz="2400">
              <a:solidFill>
                <a:srgbClr val="FF0000"/>
              </a:solidFill>
              <a:latin typeface="Trebuchet MS"/>
              <a:ea typeface="Trebuchet MS"/>
              <a:cs typeface="Trebuchet MS"/>
              <a:sym typeface="Trebuchet MS"/>
            </a:endParaRPr>
          </a:p>
        </p:txBody>
      </p:sp>
      <p:sp>
        <p:nvSpPr>
          <p:cNvPr id="537" name="Google Shape;537;p61"/>
          <p:cNvSpPr txBox="1"/>
          <p:nvPr/>
        </p:nvSpPr>
        <p:spPr>
          <a:xfrm>
            <a:off x="6216443" y="22804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8</a:t>
            </a:r>
            <a:endParaRPr sz="2400">
              <a:solidFill>
                <a:srgbClr val="FF0000"/>
              </a:solidFill>
              <a:latin typeface="Trebuchet MS"/>
              <a:ea typeface="Trebuchet MS"/>
              <a:cs typeface="Trebuchet MS"/>
              <a:sym typeface="Trebuchet MS"/>
            </a:endParaRPr>
          </a:p>
        </p:txBody>
      </p:sp>
      <p:sp>
        <p:nvSpPr>
          <p:cNvPr id="538" name="Google Shape;538;p61"/>
          <p:cNvSpPr txBox="1"/>
          <p:nvPr/>
        </p:nvSpPr>
        <p:spPr>
          <a:xfrm>
            <a:off x="6651447" y="2282125"/>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14</a:t>
            </a:r>
            <a:endParaRPr sz="2400">
              <a:solidFill>
                <a:srgbClr val="FF0000"/>
              </a:solidFill>
              <a:latin typeface="Trebuchet MS"/>
              <a:ea typeface="Trebuchet MS"/>
              <a:cs typeface="Trebuchet MS"/>
              <a:sym typeface="Trebuchet MS"/>
            </a:endParaRPr>
          </a:p>
        </p:txBody>
      </p:sp>
      <p:sp>
        <p:nvSpPr>
          <p:cNvPr id="539" name="Google Shape;539;p61"/>
          <p:cNvSpPr txBox="1"/>
          <p:nvPr/>
        </p:nvSpPr>
        <p:spPr>
          <a:xfrm>
            <a:off x="7124157" y="229322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22</a:t>
            </a:r>
            <a:endParaRPr sz="2400">
              <a:solidFill>
                <a:srgbClr val="FF0000"/>
              </a:solidFill>
              <a:latin typeface="Trebuchet MS"/>
              <a:ea typeface="Trebuchet MS"/>
              <a:cs typeface="Trebuchet MS"/>
              <a:sym typeface="Trebuchet MS"/>
            </a:endParaRPr>
          </a:p>
        </p:txBody>
      </p:sp>
      <p:sp>
        <p:nvSpPr>
          <p:cNvPr id="540" name="Google Shape;540;p61"/>
          <p:cNvSpPr txBox="1"/>
          <p:nvPr/>
        </p:nvSpPr>
        <p:spPr>
          <a:xfrm>
            <a:off x="7615672" y="2285480"/>
            <a:ext cx="459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28</a:t>
            </a:r>
            <a:endParaRPr sz="2400">
              <a:solidFill>
                <a:srgbClr val="FF0000"/>
              </a:solidFill>
              <a:latin typeface="Trebuchet MS"/>
              <a:ea typeface="Trebuchet MS"/>
              <a:cs typeface="Trebuchet MS"/>
              <a:sym typeface="Trebuchet MS"/>
            </a:endParaRPr>
          </a:p>
        </p:txBody>
      </p:sp>
      <p:sp>
        <p:nvSpPr>
          <p:cNvPr id="541" name="Google Shape;541;p61"/>
          <p:cNvSpPr txBox="1"/>
          <p:nvPr/>
        </p:nvSpPr>
        <p:spPr>
          <a:xfrm>
            <a:off x="8088373" y="2277739"/>
            <a:ext cx="544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30</a:t>
            </a:r>
            <a:endParaRPr sz="2000">
              <a:solidFill>
                <a:srgbClr val="FF0000"/>
              </a:solidFill>
              <a:latin typeface="Trebuchet MS"/>
              <a:ea typeface="Trebuchet MS"/>
              <a:cs typeface="Trebuchet MS"/>
              <a:sym typeface="Trebuchet MS"/>
            </a:endParaRPr>
          </a:p>
        </p:txBody>
      </p:sp>
      <p:sp>
        <p:nvSpPr>
          <p:cNvPr id="542" name="Google Shape;542;p61"/>
          <p:cNvSpPr txBox="1"/>
          <p:nvPr/>
        </p:nvSpPr>
        <p:spPr>
          <a:xfrm>
            <a:off x="6216443" y="1823257"/>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4</a:t>
            </a:r>
            <a:endParaRPr sz="2400">
              <a:solidFill>
                <a:srgbClr val="FF0000"/>
              </a:solidFill>
              <a:latin typeface="Trebuchet MS"/>
              <a:ea typeface="Trebuchet MS"/>
              <a:cs typeface="Trebuchet MS"/>
              <a:sym typeface="Trebuchet MS"/>
            </a:endParaRPr>
          </a:p>
        </p:txBody>
      </p:sp>
      <p:sp>
        <p:nvSpPr>
          <p:cNvPr id="543" name="Google Shape;543;p61"/>
          <p:cNvSpPr txBox="1"/>
          <p:nvPr/>
        </p:nvSpPr>
        <p:spPr>
          <a:xfrm>
            <a:off x="6632341" y="1840033"/>
            <a:ext cx="6015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11</a:t>
            </a:r>
            <a:endParaRPr sz="2400">
              <a:solidFill>
                <a:srgbClr val="FF0000"/>
              </a:solidFill>
              <a:latin typeface="Trebuchet MS"/>
              <a:ea typeface="Trebuchet MS"/>
              <a:cs typeface="Trebuchet MS"/>
              <a:sym typeface="Trebuchet MS"/>
            </a:endParaRPr>
          </a:p>
        </p:txBody>
      </p:sp>
      <p:sp>
        <p:nvSpPr>
          <p:cNvPr id="544" name="Google Shape;544;p61"/>
          <p:cNvSpPr txBox="1"/>
          <p:nvPr/>
        </p:nvSpPr>
        <p:spPr>
          <a:xfrm>
            <a:off x="7124161" y="1845441"/>
            <a:ext cx="6015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17</a:t>
            </a:r>
            <a:endParaRPr sz="2400">
              <a:solidFill>
                <a:srgbClr val="FF0000"/>
              </a:solidFill>
              <a:latin typeface="Trebuchet MS"/>
              <a:ea typeface="Trebuchet MS"/>
              <a:cs typeface="Trebuchet MS"/>
              <a:sym typeface="Trebuchet MS"/>
            </a:endParaRPr>
          </a:p>
        </p:txBody>
      </p:sp>
      <p:sp>
        <p:nvSpPr>
          <p:cNvPr id="545" name="Google Shape;545;p61"/>
          <p:cNvSpPr txBox="1"/>
          <p:nvPr/>
        </p:nvSpPr>
        <p:spPr>
          <a:xfrm>
            <a:off x="7625075" y="1838725"/>
            <a:ext cx="544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23</a:t>
            </a:r>
            <a:endParaRPr sz="2400">
              <a:solidFill>
                <a:srgbClr val="FF0000"/>
              </a:solidFill>
              <a:latin typeface="Trebuchet MS"/>
              <a:ea typeface="Trebuchet MS"/>
              <a:cs typeface="Trebuchet MS"/>
              <a:sym typeface="Trebuchet MS"/>
            </a:endParaRPr>
          </a:p>
        </p:txBody>
      </p:sp>
      <p:sp>
        <p:nvSpPr>
          <p:cNvPr id="546" name="Google Shape;546;p61"/>
          <p:cNvSpPr txBox="1"/>
          <p:nvPr/>
        </p:nvSpPr>
        <p:spPr>
          <a:xfrm>
            <a:off x="8077254" y="1849850"/>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24</a:t>
            </a:r>
            <a:endParaRPr sz="2400">
              <a:solidFill>
                <a:srgbClr val="FF0000"/>
              </a:solidFill>
              <a:latin typeface="Trebuchet MS"/>
              <a:ea typeface="Trebuchet MS"/>
              <a:cs typeface="Trebuchet MS"/>
              <a:sym typeface="Trebuchet MS"/>
            </a:endParaRPr>
          </a:p>
        </p:txBody>
      </p:sp>
      <p:sp>
        <p:nvSpPr>
          <p:cNvPr id="547" name="Google Shape;547;p61"/>
          <p:cNvSpPr txBox="1"/>
          <p:nvPr/>
        </p:nvSpPr>
        <p:spPr>
          <a:xfrm>
            <a:off x="8077275" y="4086011"/>
            <a:ext cx="495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29</a:t>
            </a:r>
            <a:endParaRPr sz="2000">
              <a:solidFill>
                <a:srgbClr val="FF0000"/>
              </a:solidFill>
              <a:latin typeface="Trebuchet MS"/>
              <a:ea typeface="Trebuchet MS"/>
              <a:cs typeface="Trebuchet MS"/>
              <a:sym typeface="Trebuchet MS"/>
            </a:endParaRPr>
          </a:p>
        </p:txBody>
      </p:sp>
      <p:sp>
        <p:nvSpPr>
          <p:cNvPr id="548" name="Google Shape;548;p61"/>
          <p:cNvSpPr txBox="1"/>
          <p:nvPr/>
        </p:nvSpPr>
        <p:spPr>
          <a:xfrm>
            <a:off x="5764249" y="1875384"/>
            <a:ext cx="310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Trebuchet MS"/>
                <a:ea typeface="Trebuchet MS"/>
                <a:cs typeface="Trebuchet MS"/>
                <a:sym typeface="Trebuchet MS"/>
              </a:rPr>
              <a:t>0</a:t>
            </a:r>
            <a:endParaRPr sz="2400">
              <a:solidFill>
                <a:srgbClr val="FF0000"/>
              </a:solidFill>
              <a:latin typeface="Trebuchet MS"/>
              <a:ea typeface="Trebuchet MS"/>
              <a:cs typeface="Trebuchet MS"/>
              <a:sym typeface="Trebuchet MS"/>
            </a:endParaRPr>
          </a:p>
        </p:txBody>
      </p:sp>
      <p:sp>
        <p:nvSpPr>
          <p:cNvPr id="549" name="Google Shape;549;p61"/>
          <p:cNvSpPr/>
          <p:nvPr/>
        </p:nvSpPr>
        <p:spPr>
          <a:xfrm>
            <a:off x="7514174" y="4232017"/>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0" name="Google Shape;550;p61"/>
          <p:cNvSpPr/>
          <p:nvPr/>
        </p:nvSpPr>
        <p:spPr>
          <a:xfrm>
            <a:off x="7968025" y="4252533"/>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1" name="Google Shape;551;p61"/>
          <p:cNvSpPr/>
          <p:nvPr/>
        </p:nvSpPr>
        <p:spPr>
          <a:xfrm rot="5400000">
            <a:off x="7263175" y="4009279"/>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2" name="Google Shape;552;p61"/>
          <p:cNvSpPr/>
          <p:nvPr/>
        </p:nvSpPr>
        <p:spPr>
          <a:xfrm rot="5400000">
            <a:off x="7258151" y="3556475"/>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3" name="Google Shape;553;p61"/>
          <p:cNvSpPr/>
          <p:nvPr/>
        </p:nvSpPr>
        <p:spPr>
          <a:xfrm>
            <a:off x="7009035" y="3355299"/>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4" name="Google Shape;554;p61"/>
          <p:cNvSpPr/>
          <p:nvPr/>
        </p:nvSpPr>
        <p:spPr>
          <a:xfrm rot="5400000">
            <a:off x="6782110" y="3108695"/>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5" name="Google Shape;555;p61"/>
          <p:cNvSpPr/>
          <p:nvPr/>
        </p:nvSpPr>
        <p:spPr>
          <a:xfrm>
            <a:off x="6535507" y="2916939"/>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6" name="Google Shape;556;p61"/>
          <p:cNvSpPr/>
          <p:nvPr/>
        </p:nvSpPr>
        <p:spPr>
          <a:xfrm rot="5400000">
            <a:off x="6304395" y="2679756"/>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7" name="Google Shape;557;p61"/>
          <p:cNvSpPr/>
          <p:nvPr/>
        </p:nvSpPr>
        <p:spPr>
          <a:xfrm>
            <a:off x="6040625" y="2478580"/>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558" name="Google Shape;558;p61"/>
          <p:cNvSpPr/>
          <p:nvPr/>
        </p:nvSpPr>
        <p:spPr>
          <a:xfrm rot="5400000">
            <a:off x="5827517" y="2250817"/>
            <a:ext cx="191100" cy="114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2"/>
          <p:cNvSpPr txBox="1"/>
          <p:nvPr>
            <p:ph type="title"/>
          </p:nvPr>
        </p:nvSpPr>
        <p:spPr>
          <a:xfrm>
            <a:off x="1594800" y="1907700"/>
            <a:ext cx="5954400" cy="1328100"/>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Clr>
                <a:schemeClr val="accent1"/>
              </a:buClr>
              <a:buSzPts val="3300"/>
              <a:buFont typeface="Trebuchet MS"/>
              <a:buNone/>
            </a:pPr>
            <a:r>
              <a:rPr lang="en"/>
              <a:t>Any questions before discussion problems?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3"/>
          <p:cNvSpPr txBox="1"/>
          <p:nvPr>
            <p:ph type="title"/>
          </p:nvPr>
        </p:nvSpPr>
        <p:spPr>
          <a:xfrm>
            <a:off x="1348200" y="1907709"/>
            <a:ext cx="6447600" cy="1328100"/>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Clr>
                <a:schemeClr val="accent1"/>
              </a:buClr>
              <a:buSzPts val="3300"/>
              <a:buFont typeface="Trebuchet MS"/>
              <a:buNone/>
            </a:pPr>
            <a:r>
              <a:rPr lang="en"/>
              <a:t>Discussion Problems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4"/>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Q1: Who climbs 3 steps at once??</a:t>
            </a:r>
            <a:endParaRPr>
              <a:solidFill>
                <a:srgbClr val="FF0000"/>
              </a:solidFill>
            </a:endParaRPr>
          </a:p>
        </p:txBody>
      </p:sp>
      <p:sp>
        <p:nvSpPr>
          <p:cNvPr id="574" name="Google Shape;574;p64"/>
          <p:cNvSpPr txBox="1"/>
          <p:nvPr>
            <p:ph idx="1" type="body"/>
          </p:nvPr>
        </p:nvSpPr>
        <p:spPr>
          <a:xfrm>
            <a:off x="568350" y="1218163"/>
            <a:ext cx="8007300" cy="2409000"/>
          </a:xfrm>
          <a:prstGeom prst="rect">
            <a:avLst/>
          </a:prstGeom>
        </p:spPr>
        <p:txBody>
          <a:bodyPr anchorCtr="0" anchor="t" bIns="34275" lIns="68575" spcFirstLastPara="1" rIns="68575" wrap="square" tIns="34275">
            <a:noAutofit/>
          </a:bodyPr>
          <a:lstStyle/>
          <a:p>
            <a:pPr indent="0" lvl="0" marL="0" rtl="0" algn="ctr">
              <a:lnSpc>
                <a:spcPct val="150000"/>
              </a:lnSpc>
              <a:spcBef>
                <a:spcPts val="800"/>
              </a:spcBef>
              <a:spcAft>
                <a:spcPts val="0"/>
              </a:spcAft>
              <a:buNone/>
            </a:pPr>
            <a:r>
              <a:rPr lang="en" sz="1600"/>
              <a:t>We define the function CS(</a:t>
            </a:r>
            <a:r>
              <a:rPr i="1" lang="en" sz="1600"/>
              <a:t>n</a:t>
            </a:r>
            <a:r>
              <a:rPr lang="en" sz="1600"/>
              <a:t>) as follows: </a:t>
            </a:r>
            <a:endParaRPr sz="1600"/>
          </a:p>
          <a:p>
            <a:pPr indent="0" lvl="0" marL="0" rtl="0" algn="ctr">
              <a:lnSpc>
                <a:spcPct val="150000"/>
              </a:lnSpc>
              <a:spcBef>
                <a:spcPts val="800"/>
              </a:spcBef>
              <a:spcAft>
                <a:spcPts val="0"/>
              </a:spcAft>
              <a:buClr>
                <a:schemeClr val="dk1"/>
              </a:buClr>
              <a:buSzPts val="1100"/>
              <a:buFont typeface="Arial"/>
              <a:buNone/>
            </a:pPr>
            <a:r>
              <a:rPr lang="en" sz="1600"/>
              <a:t>There are </a:t>
            </a:r>
            <a:r>
              <a:rPr i="1" lang="en" sz="1600"/>
              <a:t>n</a:t>
            </a:r>
            <a:r>
              <a:rPr lang="en" sz="1600"/>
              <a:t> steps to climb. Return the number of ways there are for a person standing at the bottom of the stairs to reach the top if they can climb either 1, 2, or 3 steps at a time.</a:t>
            </a:r>
            <a:endParaRPr sz="1600"/>
          </a:p>
          <a:p>
            <a:pPr indent="0" lvl="0" marL="0" rtl="0" algn="ctr">
              <a:lnSpc>
                <a:spcPct val="150000"/>
              </a:lnSpc>
              <a:spcBef>
                <a:spcPts val="800"/>
              </a:spcBef>
              <a:spcAft>
                <a:spcPts val="0"/>
              </a:spcAft>
              <a:buNone/>
            </a:pPr>
            <a:r>
              <a:rPr lang="en" sz="1600"/>
              <a:t>Devise a recurrence for computing CS(</a:t>
            </a:r>
            <a:r>
              <a:rPr i="1" lang="en" sz="1600"/>
              <a:t>n</a:t>
            </a:r>
            <a:r>
              <a:rPr lang="en" sz="1600"/>
              <a:t>).</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65"/>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Q1: </a:t>
            </a:r>
            <a:r>
              <a:rPr lang="en"/>
              <a:t>Who climbs 3 steps at once??</a:t>
            </a:r>
            <a:endParaRPr>
              <a:solidFill>
                <a:srgbClr val="FF0000"/>
              </a:solidFill>
            </a:endParaRPr>
          </a:p>
        </p:txBody>
      </p:sp>
      <p:sp>
        <p:nvSpPr>
          <p:cNvPr id="580" name="Google Shape;580;p65"/>
          <p:cNvSpPr txBox="1"/>
          <p:nvPr>
            <p:ph idx="1" type="body"/>
          </p:nvPr>
        </p:nvSpPr>
        <p:spPr>
          <a:xfrm>
            <a:off x="568350" y="1218163"/>
            <a:ext cx="8007300" cy="2409000"/>
          </a:xfrm>
          <a:prstGeom prst="rect">
            <a:avLst/>
          </a:prstGeom>
        </p:spPr>
        <p:txBody>
          <a:bodyPr anchorCtr="0" anchor="t" bIns="34275" lIns="68575" spcFirstLastPara="1" rIns="68575" wrap="square" tIns="34275">
            <a:noAutofit/>
          </a:bodyPr>
          <a:lstStyle/>
          <a:p>
            <a:pPr indent="0" lvl="0" marL="0" rtl="0" algn="ctr">
              <a:lnSpc>
                <a:spcPct val="150000"/>
              </a:lnSpc>
              <a:spcBef>
                <a:spcPts val="800"/>
              </a:spcBef>
              <a:spcAft>
                <a:spcPts val="0"/>
              </a:spcAft>
              <a:buNone/>
            </a:pPr>
            <a:r>
              <a:rPr lang="en" sz="1600"/>
              <a:t>We define the function CS(</a:t>
            </a:r>
            <a:r>
              <a:rPr i="1" lang="en" sz="1600"/>
              <a:t>n</a:t>
            </a:r>
            <a:r>
              <a:rPr lang="en" sz="1600"/>
              <a:t>) as follows: </a:t>
            </a:r>
            <a:endParaRPr sz="1600"/>
          </a:p>
          <a:p>
            <a:pPr indent="0" lvl="0" marL="0" rtl="0" algn="ctr">
              <a:lnSpc>
                <a:spcPct val="150000"/>
              </a:lnSpc>
              <a:spcBef>
                <a:spcPts val="800"/>
              </a:spcBef>
              <a:spcAft>
                <a:spcPts val="0"/>
              </a:spcAft>
              <a:buNone/>
            </a:pPr>
            <a:r>
              <a:rPr lang="en" sz="1600"/>
              <a:t>There are </a:t>
            </a:r>
            <a:r>
              <a:rPr i="1" lang="en" sz="1600"/>
              <a:t>n</a:t>
            </a:r>
            <a:r>
              <a:rPr lang="en" sz="1600"/>
              <a:t> steps to climb. Return the number of ways there are for a person standing at the bottom of the stairs to reach the top if they can climb either 1, 2, or 3 steps at a time.</a:t>
            </a:r>
            <a:endParaRPr sz="1600"/>
          </a:p>
          <a:p>
            <a:pPr indent="0" lvl="0" marL="0" rtl="0" algn="ctr">
              <a:lnSpc>
                <a:spcPct val="150000"/>
              </a:lnSpc>
              <a:spcBef>
                <a:spcPts val="800"/>
              </a:spcBef>
              <a:spcAft>
                <a:spcPts val="0"/>
              </a:spcAft>
              <a:buNone/>
            </a:pPr>
            <a:r>
              <a:rPr lang="en" sz="1600"/>
              <a:t>Devise a recurrence for computing CS(</a:t>
            </a:r>
            <a:r>
              <a:rPr i="1" lang="en" sz="1600"/>
              <a:t>n</a:t>
            </a:r>
            <a:r>
              <a:rPr lang="en" sz="1600"/>
              <a:t>).</a:t>
            </a:r>
            <a:endParaRPr sz="1600"/>
          </a:p>
        </p:txBody>
      </p:sp>
      <p:sp>
        <p:nvSpPr>
          <p:cNvPr id="581" name="Google Shape;581;p65"/>
          <p:cNvSpPr txBox="1"/>
          <p:nvPr/>
        </p:nvSpPr>
        <p:spPr>
          <a:xfrm>
            <a:off x="7247400" y="0"/>
            <a:ext cx="18966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0000"/>
                </a:solidFill>
                <a:latin typeface="Trebuchet MS"/>
                <a:ea typeface="Trebuchet MS"/>
                <a:cs typeface="Trebuchet MS"/>
                <a:sym typeface="Trebuchet MS"/>
              </a:rPr>
              <a:t>SOLUTION</a:t>
            </a:r>
            <a:endParaRPr/>
          </a:p>
        </p:txBody>
      </p:sp>
      <p:sp>
        <p:nvSpPr>
          <p:cNvPr id="582" name="Google Shape;582;p65"/>
          <p:cNvSpPr txBox="1"/>
          <p:nvPr/>
        </p:nvSpPr>
        <p:spPr>
          <a:xfrm>
            <a:off x="508000" y="3289250"/>
            <a:ext cx="3429300" cy="130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3F3F3F"/>
                </a:solidFill>
                <a:latin typeface="Trebuchet MS"/>
                <a:ea typeface="Trebuchet MS"/>
                <a:cs typeface="Trebuchet MS"/>
                <a:sym typeface="Trebuchet MS"/>
              </a:rPr>
              <a:t>Recurrence:</a:t>
            </a:r>
            <a:endParaRPr sz="1600">
              <a:solidFill>
                <a:srgbClr val="3F3F3F"/>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lang="en" sz="1600">
                <a:solidFill>
                  <a:srgbClr val="FF0000"/>
                </a:solidFill>
                <a:latin typeface="Trebuchet MS"/>
                <a:ea typeface="Trebuchet MS"/>
                <a:cs typeface="Trebuchet MS"/>
                <a:sym typeface="Trebuchet MS"/>
              </a:rPr>
              <a:t>For n ≥ 3,</a:t>
            </a:r>
            <a:endParaRPr sz="1600">
              <a:solidFill>
                <a:srgbClr val="FF0000"/>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lang="en" sz="1600">
                <a:solidFill>
                  <a:srgbClr val="FF0000"/>
                </a:solidFill>
                <a:latin typeface="Trebuchet MS"/>
                <a:ea typeface="Trebuchet MS"/>
                <a:cs typeface="Trebuchet MS"/>
                <a:sym typeface="Trebuchet MS"/>
              </a:rPr>
              <a:t>CS(</a:t>
            </a:r>
            <a:r>
              <a:rPr i="1" lang="en" sz="1600">
                <a:solidFill>
                  <a:srgbClr val="FF0000"/>
                </a:solidFill>
                <a:latin typeface="Trebuchet MS"/>
                <a:ea typeface="Trebuchet MS"/>
                <a:cs typeface="Trebuchet MS"/>
                <a:sym typeface="Trebuchet MS"/>
              </a:rPr>
              <a:t>n</a:t>
            </a:r>
            <a:r>
              <a:rPr lang="en" sz="1600">
                <a:solidFill>
                  <a:srgbClr val="FF0000"/>
                </a:solidFill>
                <a:latin typeface="Trebuchet MS"/>
                <a:ea typeface="Trebuchet MS"/>
                <a:cs typeface="Trebuchet MS"/>
                <a:sym typeface="Trebuchet MS"/>
              </a:rPr>
              <a:t>) = CS(</a:t>
            </a:r>
            <a:r>
              <a:rPr i="1" lang="en" sz="1600">
                <a:solidFill>
                  <a:srgbClr val="FF0000"/>
                </a:solidFill>
                <a:latin typeface="Trebuchet MS"/>
                <a:ea typeface="Trebuchet MS"/>
                <a:cs typeface="Trebuchet MS"/>
                <a:sym typeface="Trebuchet MS"/>
              </a:rPr>
              <a:t>n</a:t>
            </a:r>
            <a:r>
              <a:rPr lang="en" sz="1600">
                <a:solidFill>
                  <a:srgbClr val="FF0000"/>
                </a:solidFill>
                <a:latin typeface="Trebuchet MS"/>
                <a:ea typeface="Trebuchet MS"/>
                <a:cs typeface="Trebuchet MS"/>
                <a:sym typeface="Trebuchet MS"/>
              </a:rPr>
              <a:t>-1) + </a:t>
            </a:r>
            <a:r>
              <a:rPr lang="en" sz="1600">
                <a:solidFill>
                  <a:srgbClr val="FF0000"/>
                </a:solidFill>
                <a:latin typeface="Trebuchet MS"/>
                <a:ea typeface="Trebuchet MS"/>
                <a:cs typeface="Trebuchet MS"/>
                <a:sym typeface="Trebuchet MS"/>
              </a:rPr>
              <a:t>CS(</a:t>
            </a:r>
            <a:r>
              <a:rPr i="1" lang="en" sz="1600">
                <a:solidFill>
                  <a:srgbClr val="FF0000"/>
                </a:solidFill>
                <a:latin typeface="Trebuchet MS"/>
                <a:ea typeface="Trebuchet MS"/>
                <a:cs typeface="Trebuchet MS"/>
                <a:sym typeface="Trebuchet MS"/>
              </a:rPr>
              <a:t>n</a:t>
            </a:r>
            <a:r>
              <a:rPr lang="en" sz="1600">
                <a:solidFill>
                  <a:srgbClr val="FF0000"/>
                </a:solidFill>
                <a:latin typeface="Trebuchet MS"/>
                <a:ea typeface="Trebuchet MS"/>
                <a:cs typeface="Trebuchet MS"/>
                <a:sym typeface="Trebuchet MS"/>
              </a:rPr>
              <a:t>-2) + CS(</a:t>
            </a:r>
            <a:r>
              <a:rPr i="1" lang="en" sz="1600">
                <a:solidFill>
                  <a:srgbClr val="FF0000"/>
                </a:solidFill>
                <a:latin typeface="Trebuchet MS"/>
                <a:ea typeface="Trebuchet MS"/>
                <a:cs typeface="Trebuchet MS"/>
                <a:sym typeface="Trebuchet MS"/>
              </a:rPr>
              <a:t>n</a:t>
            </a:r>
            <a:r>
              <a:rPr lang="en" sz="1600">
                <a:solidFill>
                  <a:srgbClr val="FF0000"/>
                </a:solidFill>
                <a:latin typeface="Trebuchet MS"/>
                <a:ea typeface="Trebuchet MS"/>
                <a:cs typeface="Trebuchet MS"/>
                <a:sym typeface="Trebuchet MS"/>
              </a:rPr>
              <a:t>-3) </a:t>
            </a:r>
            <a:endParaRPr sz="1600">
              <a:solidFill>
                <a:srgbClr val="FF0000"/>
              </a:solidFill>
              <a:latin typeface="Trebuchet MS"/>
              <a:ea typeface="Trebuchet MS"/>
              <a:cs typeface="Trebuchet MS"/>
              <a:sym typeface="Trebuchet MS"/>
            </a:endParaRPr>
          </a:p>
        </p:txBody>
      </p:sp>
      <p:sp>
        <p:nvSpPr>
          <p:cNvPr id="583" name="Google Shape;583;p65"/>
          <p:cNvSpPr txBox="1"/>
          <p:nvPr/>
        </p:nvSpPr>
        <p:spPr>
          <a:xfrm>
            <a:off x="5202100" y="3289250"/>
            <a:ext cx="3429300" cy="130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3F3F3F"/>
                </a:solidFill>
                <a:latin typeface="Trebuchet MS"/>
                <a:ea typeface="Trebuchet MS"/>
                <a:cs typeface="Trebuchet MS"/>
                <a:sym typeface="Trebuchet MS"/>
              </a:rPr>
              <a:t>Base Cases</a:t>
            </a:r>
            <a:r>
              <a:rPr lang="en" sz="1600">
                <a:solidFill>
                  <a:srgbClr val="3F3F3F"/>
                </a:solidFill>
                <a:latin typeface="Trebuchet MS"/>
                <a:ea typeface="Trebuchet MS"/>
                <a:cs typeface="Trebuchet MS"/>
                <a:sym typeface="Trebuchet MS"/>
              </a:rPr>
              <a:t>:</a:t>
            </a:r>
            <a:endParaRPr sz="1600">
              <a:solidFill>
                <a:srgbClr val="3F3F3F"/>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lang="en" sz="1600">
                <a:solidFill>
                  <a:srgbClr val="FF0000"/>
                </a:solidFill>
                <a:latin typeface="Trebuchet MS"/>
                <a:ea typeface="Trebuchet MS"/>
                <a:cs typeface="Trebuchet MS"/>
                <a:sym typeface="Trebuchet MS"/>
              </a:rPr>
              <a:t>CS(0) = CS(1) = 1</a:t>
            </a:r>
            <a:endParaRPr sz="1600">
              <a:solidFill>
                <a:srgbClr val="FF0000"/>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lang="en" sz="1600">
                <a:solidFill>
                  <a:srgbClr val="FF0000"/>
                </a:solidFill>
                <a:latin typeface="Trebuchet MS"/>
                <a:ea typeface="Trebuchet MS"/>
                <a:cs typeface="Trebuchet MS"/>
                <a:sym typeface="Trebuchet MS"/>
              </a:rPr>
              <a:t>CS(2) = 2</a:t>
            </a:r>
            <a:endParaRPr sz="1600">
              <a:solidFill>
                <a:srgbClr val="FF0000"/>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6"/>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Q2: McNuggets</a:t>
            </a:r>
            <a:endParaRPr>
              <a:solidFill>
                <a:srgbClr val="FF0000"/>
              </a:solidFill>
            </a:endParaRPr>
          </a:p>
        </p:txBody>
      </p:sp>
      <p:sp>
        <p:nvSpPr>
          <p:cNvPr id="589" name="Google Shape;589;p66"/>
          <p:cNvSpPr txBox="1"/>
          <p:nvPr>
            <p:ph idx="1" type="body"/>
          </p:nvPr>
        </p:nvSpPr>
        <p:spPr>
          <a:xfrm>
            <a:off x="568350" y="1202388"/>
            <a:ext cx="8007300" cy="2409000"/>
          </a:xfrm>
          <a:prstGeom prst="rect">
            <a:avLst/>
          </a:prstGeom>
        </p:spPr>
        <p:txBody>
          <a:bodyPr anchorCtr="0" anchor="t" bIns="34275" lIns="68575" spcFirstLastPara="1" rIns="68575" wrap="square" tIns="34275">
            <a:noAutofit/>
          </a:bodyPr>
          <a:lstStyle/>
          <a:p>
            <a:pPr indent="0" lvl="0" marL="0" rtl="0" algn="ctr">
              <a:lnSpc>
                <a:spcPct val="150000"/>
              </a:lnSpc>
              <a:spcBef>
                <a:spcPts val="800"/>
              </a:spcBef>
              <a:spcAft>
                <a:spcPts val="0"/>
              </a:spcAft>
              <a:buNone/>
            </a:pPr>
            <a:r>
              <a:rPr lang="en" sz="1600"/>
              <a:t>You and some friends are really hungry after your Thirsty Thursday Theatrics, so you decide to online order some chicken McNuggets. There are several order sizes you can get, so you put each of the sizes into an array </a:t>
            </a:r>
            <a:r>
              <a:rPr i="1" lang="en" sz="1600"/>
              <a:t>M</a:t>
            </a:r>
            <a:r>
              <a:rPr lang="en" sz="1600"/>
              <a:t>[1, …, </a:t>
            </a:r>
            <a:r>
              <a:rPr i="1" lang="en" sz="1600"/>
              <a:t>n</a:t>
            </a:r>
            <a:r>
              <a:rPr lang="en" sz="1600"/>
              <a:t>]. Being the brains of this operation, your friends task you with figuring out if there’s some combination of meals you can order so that your total is exactly </a:t>
            </a:r>
            <a:r>
              <a:rPr i="1" lang="en" sz="1600"/>
              <a:t>t</a:t>
            </a:r>
            <a:r>
              <a:rPr lang="en" sz="1600"/>
              <a:t> nuggets. </a:t>
            </a:r>
            <a:endParaRPr sz="1600"/>
          </a:p>
          <a:p>
            <a:pPr indent="0" lvl="0" marL="0" rtl="0" algn="ctr">
              <a:lnSpc>
                <a:spcPct val="150000"/>
              </a:lnSpc>
              <a:spcBef>
                <a:spcPts val="800"/>
              </a:spcBef>
              <a:spcAft>
                <a:spcPts val="0"/>
              </a:spcAft>
              <a:buNone/>
            </a:pPr>
            <a:r>
              <a:rPr lang="en" sz="1600"/>
              <a:t>Devise an algorithm to solve this problem.</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7"/>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Q2: McNuggets</a:t>
            </a:r>
            <a:endParaRPr>
              <a:solidFill>
                <a:srgbClr val="FF0000"/>
              </a:solidFill>
            </a:endParaRPr>
          </a:p>
        </p:txBody>
      </p:sp>
      <p:sp>
        <p:nvSpPr>
          <p:cNvPr id="595" name="Google Shape;595;p67"/>
          <p:cNvSpPr txBox="1"/>
          <p:nvPr>
            <p:ph idx="1" type="body"/>
          </p:nvPr>
        </p:nvSpPr>
        <p:spPr>
          <a:xfrm>
            <a:off x="568350" y="1202405"/>
            <a:ext cx="8007300" cy="3297300"/>
          </a:xfrm>
          <a:prstGeom prst="rect">
            <a:avLst/>
          </a:prstGeom>
        </p:spPr>
        <p:txBody>
          <a:bodyPr anchorCtr="0" anchor="t" bIns="34275" lIns="68575" spcFirstLastPara="1" rIns="68575" wrap="square" tIns="34275">
            <a:noAutofit/>
          </a:bodyPr>
          <a:lstStyle/>
          <a:p>
            <a:pPr indent="-298450" lvl="0" marL="457200" rtl="0" algn="l">
              <a:lnSpc>
                <a:spcPct val="115000"/>
              </a:lnSpc>
              <a:spcBef>
                <a:spcPts val="800"/>
              </a:spcBef>
              <a:spcAft>
                <a:spcPts val="0"/>
              </a:spcAft>
              <a:buSzPts val="1100"/>
              <a:buChar char="►"/>
            </a:pPr>
            <a:r>
              <a:rPr lang="en" sz="1600"/>
              <a:t>Setup:</a:t>
            </a:r>
            <a:endParaRPr sz="1600"/>
          </a:p>
          <a:p>
            <a:pPr indent="-298450" lvl="1" marL="914400" rtl="0" algn="l">
              <a:lnSpc>
                <a:spcPct val="115000"/>
              </a:lnSpc>
              <a:spcBef>
                <a:spcPts val="0"/>
              </a:spcBef>
              <a:spcAft>
                <a:spcPts val="0"/>
              </a:spcAft>
              <a:buClr>
                <a:srgbClr val="3F3F3F"/>
              </a:buClr>
              <a:buSzPts val="1100"/>
              <a:buChar char="►"/>
            </a:pPr>
            <a:r>
              <a:rPr lang="en" sz="1600"/>
              <a:t>Define </a:t>
            </a:r>
            <a:r>
              <a:rPr i="1" lang="en" sz="1600">
                <a:solidFill>
                  <a:srgbClr val="FF0000"/>
                </a:solidFill>
              </a:rPr>
              <a:t>S</a:t>
            </a:r>
            <a:r>
              <a:rPr lang="en" sz="1600">
                <a:solidFill>
                  <a:srgbClr val="FF0000"/>
                </a:solidFill>
              </a:rPr>
              <a:t>(</a:t>
            </a:r>
            <a:r>
              <a:rPr i="1" lang="en" sz="1600">
                <a:solidFill>
                  <a:srgbClr val="FF0000"/>
                </a:solidFill>
              </a:rPr>
              <a:t>i</a:t>
            </a:r>
            <a:r>
              <a:rPr lang="en" sz="1600">
                <a:solidFill>
                  <a:srgbClr val="FF0000"/>
                </a:solidFill>
              </a:rPr>
              <a:t>)</a:t>
            </a:r>
            <a:r>
              <a:rPr lang="en" sz="1600"/>
              <a:t> as </a:t>
            </a:r>
            <a:r>
              <a:rPr b="1" lang="en" sz="1600"/>
              <a:t>true</a:t>
            </a:r>
            <a:r>
              <a:rPr lang="en" sz="1600"/>
              <a:t> or </a:t>
            </a:r>
            <a:r>
              <a:rPr b="1" lang="en" sz="1600"/>
              <a:t>false</a:t>
            </a:r>
            <a:r>
              <a:rPr lang="en" sz="1600"/>
              <a:t> depending on if you can purchase </a:t>
            </a:r>
            <a:r>
              <a:rPr i="1" lang="en" sz="1600"/>
              <a:t>i</a:t>
            </a:r>
            <a:r>
              <a:rPr lang="en" sz="1600"/>
              <a:t> nuggets</a:t>
            </a:r>
            <a:endParaRPr sz="1600"/>
          </a:p>
          <a:p>
            <a:pPr indent="-298450" lvl="0" marL="457200" rtl="0" algn="l">
              <a:lnSpc>
                <a:spcPct val="115000"/>
              </a:lnSpc>
              <a:spcBef>
                <a:spcPts val="0"/>
              </a:spcBef>
              <a:spcAft>
                <a:spcPts val="0"/>
              </a:spcAft>
              <a:buSzPts val="1100"/>
              <a:buChar char="►"/>
            </a:pPr>
            <a:r>
              <a:rPr lang="en" sz="1600"/>
              <a:t>Base Cases:</a:t>
            </a:r>
            <a:endParaRPr sz="1600"/>
          </a:p>
          <a:p>
            <a:pPr indent="-298450" lvl="1" marL="914400" rtl="0" algn="l">
              <a:lnSpc>
                <a:spcPct val="115000"/>
              </a:lnSpc>
              <a:spcBef>
                <a:spcPts val="0"/>
              </a:spcBef>
              <a:spcAft>
                <a:spcPts val="0"/>
              </a:spcAft>
              <a:buClr>
                <a:srgbClr val="3F3F3F"/>
              </a:buClr>
              <a:buSzPts val="1100"/>
              <a:buChar char="►"/>
            </a:pPr>
            <a:r>
              <a:rPr i="1" lang="en" sz="1600">
                <a:solidFill>
                  <a:srgbClr val="FF0000"/>
                </a:solidFill>
              </a:rPr>
              <a:t>S</a:t>
            </a:r>
            <a:r>
              <a:rPr lang="en" sz="1600">
                <a:solidFill>
                  <a:srgbClr val="FF0000"/>
                </a:solidFill>
              </a:rPr>
              <a:t>(0)</a:t>
            </a:r>
            <a:r>
              <a:rPr lang="en" sz="1600"/>
              <a:t> = </a:t>
            </a:r>
            <a:r>
              <a:rPr b="1" lang="en" sz="1600"/>
              <a:t>true</a:t>
            </a:r>
            <a:endParaRPr sz="1600"/>
          </a:p>
          <a:p>
            <a:pPr indent="-298450" lvl="1" marL="914400" rtl="0" algn="l">
              <a:lnSpc>
                <a:spcPct val="115000"/>
              </a:lnSpc>
              <a:spcBef>
                <a:spcPts val="0"/>
              </a:spcBef>
              <a:spcAft>
                <a:spcPts val="0"/>
              </a:spcAft>
              <a:buClr>
                <a:srgbClr val="3F3F3F"/>
              </a:buClr>
              <a:buSzPts val="1100"/>
              <a:buChar char="►"/>
            </a:pPr>
            <a:r>
              <a:rPr i="1" lang="en" sz="1600">
                <a:solidFill>
                  <a:srgbClr val="FF0000"/>
                </a:solidFill>
              </a:rPr>
              <a:t>S</a:t>
            </a:r>
            <a:r>
              <a:rPr lang="en" sz="1600">
                <a:solidFill>
                  <a:srgbClr val="FF0000"/>
                </a:solidFill>
              </a:rPr>
              <a:t>(</a:t>
            </a:r>
            <a:r>
              <a:rPr i="1" lang="en" sz="1600">
                <a:solidFill>
                  <a:srgbClr val="FF0000"/>
                </a:solidFill>
              </a:rPr>
              <a:t>i</a:t>
            </a:r>
            <a:r>
              <a:rPr lang="en" sz="1600">
                <a:solidFill>
                  <a:srgbClr val="FF0000"/>
                </a:solidFill>
              </a:rPr>
              <a:t>)</a:t>
            </a:r>
            <a:r>
              <a:rPr lang="en" sz="1600"/>
              <a:t> = </a:t>
            </a:r>
            <a:r>
              <a:rPr b="1" lang="en" sz="1600"/>
              <a:t>false</a:t>
            </a:r>
            <a:r>
              <a:rPr lang="en" sz="1600"/>
              <a:t> </a:t>
            </a:r>
            <a:r>
              <a:rPr lang="en" sz="1600">
                <a:solidFill>
                  <a:srgbClr val="FF0000"/>
                </a:solidFill>
              </a:rPr>
              <a:t>for all </a:t>
            </a:r>
            <a:r>
              <a:rPr i="1" lang="en" sz="1600">
                <a:solidFill>
                  <a:srgbClr val="FF0000"/>
                </a:solidFill>
              </a:rPr>
              <a:t>i</a:t>
            </a:r>
            <a:r>
              <a:rPr lang="en" sz="1600">
                <a:solidFill>
                  <a:srgbClr val="FF0000"/>
                </a:solidFill>
              </a:rPr>
              <a:t> &lt; 0</a:t>
            </a:r>
            <a:endParaRPr sz="1600">
              <a:solidFill>
                <a:srgbClr val="FF0000"/>
              </a:solidFill>
            </a:endParaRPr>
          </a:p>
          <a:p>
            <a:pPr indent="-298450" lvl="0" marL="457200" rtl="0" algn="l">
              <a:lnSpc>
                <a:spcPct val="115000"/>
              </a:lnSpc>
              <a:spcBef>
                <a:spcPts val="0"/>
              </a:spcBef>
              <a:spcAft>
                <a:spcPts val="0"/>
              </a:spcAft>
              <a:buSzPts val="1100"/>
              <a:buChar char="►"/>
            </a:pPr>
            <a:r>
              <a:rPr lang="en" sz="1600"/>
              <a:t>Recurrence:</a:t>
            </a:r>
            <a:endParaRPr sz="1600"/>
          </a:p>
          <a:p>
            <a:pPr indent="-298450" lvl="1" marL="914400" rtl="0" algn="l">
              <a:lnSpc>
                <a:spcPct val="115000"/>
              </a:lnSpc>
              <a:spcBef>
                <a:spcPts val="0"/>
              </a:spcBef>
              <a:spcAft>
                <a:spcPts val="0"/>
              </a:spcAft>
              <a:buClr>
                <a:srgbClr val="3F3F3F"/>
              </a:buClr>
              <a:buSzPts val="1100"/>
              <a:buChar char="►"/>
            </a:pPr>
            <a:r>
              <a:rPr lang="en" sz="1600"/>
              <a:t>If </a:t>
            </a:r>
            <a:r>
              <a:rPr i="1" lang="en" sz="1600"/>
              <a:t>S</a:t>
            </a:r>
            <a:r>
              <a:rPr lang="en" sz="1600"/>
              <a:t>(</a:t>
            </a:r>
            <a:r>
              <a:rPr i="1" lang="en" sz="1600"/>
              <a:t>i</a:t>
            </a:r>
            <a:r>
              <a:rPr lang="en" sz="1600"/>
              <a:t> - </a:t>
            </a:r>
            <a:r>
              <a:rPr i="1" lang="en" sz="1600"/>
              <a:t>M</a:t>
            </a:r>
            <a:r>
              <a:rPr lang="en" sz="1600"/>
              <a:t>[1]) is true, then </a:t>
            </a:r>
            <a:r>
              <a:rPr i="1" lang="en" sz="1600"/>
              <a:t>S</a:t>
            </a:r>
            <a:r>
              <a:rPr lang="en" sz="1600"/>
              <a:t>(i) is true</a:t>
            </a:r>
            <a:endParaRPr sz="1600"/>
          </a:p>
          <a:p>
            <a:pPr indent="-298450" lvl="1" marL="914400" rtl="0" algn="l">
              <a:lnSpc>
                <a:spcPct val="115000"/>
              </a:lnSpc>
              <a:spcBef>
                <a:spcPts val="0"/>
              </a:spcBef>
              <a:spcAft>
                <a:spcPts val="0"/>
              </a:spcAft>
              <a:buClr>
                <a:srgbClr val="3F3F3F"/>
              </a:buClr>
              <a:buSzPts val="1100"/>
              <a:buChar char="►"/>
            </a:pPr>
            <a:r>
              <a:rPr lang="en" sz="1600"/>
              <a:t>If </a:t>
            </a:r>
            <a:r>
              <a:rPr i="1" lang="en" sz="1600"/>
              <a:t>S</a:t>
            </a:r>
            <a:r>
              <a:rPr lang="en" sz="1600"/>
              <a:t>(</a:t>
            </a:r>
            <a:r>
              <a:rPr i="1" lang="en" sz="1600"/>
              <a:t>i</a:t>
            </a:r>
            <a:r>
              <a:rPr lang="en" sz="1600"/>
              <a:t> - </a:t>
            </a:r>
            <a:r>
              <a:rPr i="1" lang="en" sz="1600"/>
              <a:t>M</a:t>
            </a:r>
            <a:r>
              <a:rPr lang="en" sz="1600"/>
              <a:t>[2]) is true, then </a:t>
            </a:r>
            <a:r>
              <a:rPr i="1" lang="en" sz="1600"/>
              <a:t>S</a:t>
            </a:r>
            <a:r>
              <a:rPr lang="en" sz="1600"/>
              <a:t>(i) is true</a:t>
            </a:r>
            <a:endParaRPr sz="1600"/>
          </a:p>
          <a:p>
            <a:pPr indent="-298450" lvl="1" marL="914400" rtl="0" algn="l">
              <a:lnSpc>
                <a:spcPct val="115000"/>
              </a:lnSpc>
              <a:spcBef>
                <a:spcPts val="0"/>
              </a:spcBef>
              <a:spcAft>
                <a:spcPts val="0"/>
              </a:spcAft>
              <a:buClr>
                <a:srgbClr val="3F3F3F"/>
              </a:buClr>
              <a:buSzPts val="1100"/>
              <a:buChar char="►"/>
            </a:pPr>
            <a:r>
              <a:rPr lang="en" sz="1600"/>
              <a:t>…</a:t>
            </a:r>
            <a:endParaRPr sz="1600"/>
          </a:p>
          <a:p>
            <a:pPr indent="-298450" lvl="1" marL="914400" rtl="0" algn="l">
              <a:lnSpc>
                <a:spcPct val="115000"/>
              </a:lnSpc>
              <a:spcBef>
                <a:spcPts val="0"/>
              </a:spcBef>
              <a:spcAft>
                <a:spcPts val="0"/>
              </a:spcAft>
              <a:buClr>
                <a:srgbClr val="3F3F3F"/>
              </a:buClr>
              <a:buSzPts val="1100"/>
              <a:buChar char="►"/>
            </a:pPr>
            <a:r>
              <a:rPr i="1" lang="en" sz="1600">
                <a:solidFill>
                  <a:srgbClr val="FF0000"/>
                </a:solidFill>
              </a:rPr>
              <a:t>S</a:t>
            </a:r>
            <a:r>
              <a:rPr lang="en" sz="1600">
                <a:solidFill>
                  <a:srgbClr val="FF0000"/>
                </a:solidFill>
              </a:rPr>
              <a:t>(</a:t>
            </a:r>
            <a:r>
              <a:rPr i="1" lang="en" sz="1600">
                <a:solidFill>
                  <a:srgbClr val="FF0000"/>
                </a:solidFill>
              </a:rPr>
              <a:t>i</a:t>
            </a:r>
            <a:r>
              <a:rPr lang="en" sz="1600">
                <a:solidFill>
                  <a:srgbClr val="FF0000"/>
                </a:solidFill>
              </a:rPr>
              <a:t>) = OR(</a:t>
            </a:r>
            <a:r>
              <a:rPr i="1" lang="en" sz="1600">
                <a:solidFill>
                  <a:srgbClr val="FF0000"/>
                </a:solidFill>
              </a:rPr>
              <a:t>S</a:t>
            </a:r>
            <a:r>
              <a:rPr lang="en" sz="1600">
                <a:solidFill>
                  <a:srgbClr val="FF0000"/>
                </a:solidFill>
              </a:rPr>
              <a:t>(</a:t>
            </a:r>
            <a:r>
              <a:rPr i="1" lang="en" sz="1600">
                <a:solidFill>
                  <a:srgbClr val="FF0000"/>
                </a:solidFill>
              </a:rPr>
              <a:t>i</a:t>
            </a:r>
            <a:r>
              <a:rPr lang="en" sz="1600">
                <a:solidFill>
                  <a:srgbClr val="FF0000"/>
                </a:solidFill>
              </a:rPr>
              <a:t> - </a:t>
            </a:r>
            <a:r>
              <a:rPr i="1" lang="en" sz="1600">
                <a:solidFill>
                  <a:srgbClr val="FF0000"/>
                </a:solidFill>
              </a:rPr>
              <a:t>M</a:t>
            </a:r>
            <a:r>
              <a:rPr lang="en" sz="1600">
                <a:solidFill>
                  <a:srgbClr val="FF0000"/>
                </a:solidFill>
              </a:rPr>
              <a:t>[</a:t>
            </a:r>
            <a:r>
              <a:rPr i="1" lang="en" sz="1600">
                <a:solidFill>
                  <a:srgbClr val="FF0000"/>
                </a:solidFill>
              </a:rPr>
              <a:t>j</a:t>
            </a:r>
            <a:r>
              <a:rPr lang="en" sz="1600">
                <a:solidFill>
                  <a:srgbClr val="FF0000"/>
                </a:solidFill>
              </a:rPr>
              <a:t>])) for </a:t>
            </a:r>
            <a:r>
              <a:rPr i="1" lang="en" sz="1600">
                <a:solidFill>
                  <a:srgbClr val="FF0000"/>
                </a:solidFill>
              </a:rPr>
              <a:t>j</a:t>
            </a:r>
            <a:r>
              <a:rPr lang="en" sz="1600">
                <a:solidFill>
                  <a:srgbClr val="FF0000"/>
                </a:solidFill>
              </a:rPr>
              <a:t> = 1, …, </a:t>
            </a:r>
            <a:r>
              <a:rPr i="1" lang="en" sz="1600">
                <a:solidFill>
                  <a:srgbClr val="FF0000"/>
                </a:solidFill>
              </a:rPr>
              <a:t>n</a:t>
            </a:r>
            <a:endParaRPr i="1" sz="1600">
              <a:solidFill>
                <a:srgbClr val="FF0000"/>
              </a:solidFill>
            </a:endParaRPr>
          </a:p>
          <a:p>
            <a:pPr indent="-298450" lvl="0" marL="457200" rtl="0" algn="l">
              <a:lnSpc>
                <a:spcPct val="115000"/>
              </a:lnSpc>
              <a:spcBef>
                <a:spcPts val="0"/>
              </a:spcBef>
              <a:spcAft>
                <a:spcPts val="0"/>
              </a:spcAft>
              <a:buClr>
                <a:srgbClr val="3F3F3F"/>
              </a:buClr>
              <a:buSzPts val="1100"/>
              <a:buChar char="►"/>
            </a:pPr>
            <a:r>
              <a:rPr lang="en" sz="1600">
                <a:solidFill>
                  <a:srgbClr val="3F3F3F"/>
                </a:solidFill>
              </a:rPr>
              <a:t>Answer:</a:t>
            </a:r>
            <a:endParaRPr sz="1600">
              <a:solidFill>
                <a:srgbClr val="3F3F3F"/>
              </a:solidFill>
            </a:endParaRPr>
          </a:p>
          <a:p>
            <a:pPr indent="-298450" lvl="1" marL="914400" rtl="0" algn="l">
              <a:lnSpc>
                <a:spcPct val="115000"/>
              </a:lnSpc>
              <a:spcBef>
                <a:spcPts val="0"/>
              </a:spcBef>
              <a:spcAft>
                <a:spcPts val="0"/>
              </a:spcAft>
              <a:buClr>
                <a:srgbClr val="3F3F3F"/>
              </a:buClr>
              <a:buSzPts val="1100"/>
              <a:buChar char="►"/>
            </a:pPr>
            <a:r>
              <a:rPr i="1" lang="en" sz="1600">
                <a:solidFill>
                  <a:srgbClr val="FF0000"/>
                </a:solidFill>
              </a:rPr>
              <a:t>S</a:t>
            </a:r>
            <a:r>
              <a:rPr lang="en" sz="1600">
                <a:solidFill>
                  <a:srgbClr val="FF0000"/>
                </a:solidFill>
              </a:rPr>
              <a:t>(</a:t>
            </a:r>
            <a:r>
              <a:rPr i="1" lang="en" sz="1600">
                <a:solidFill>
                  <a:srgbClr val="FF0000"/>
                </a:solidFill>
              </a:rPr>
              <a:t>t</a:t>
            </a:r>
            <a:r>
              <a:rPr lang="en" sz="1600">
                <a:solidFill>
                  <a:srgbClr val="FF0000"/>
                </a:solidFill>
              </a:rPr>
              <a:t>) is the truth value of whether or not we can buy exactly </a:t>
            </a:r>
            <a:r>
              <a:rPr i="1" lang="en" sz="1600">
                <a:solidFill>
                  <a:srgbClr val="FF0000"/>
                </a:solidFill>
              </a:rPr>
              <a:t>t</a:t>
            </a:r>
            <a:r>
              <a:rPr lang="en" sz="1600">
                <a:solidFill>
                  <a:srgbClr val="FF0000"/>
                </a:solidFill>
              </a:rPr>
              <a:t> nuggets</a:t>
            </a:r>
            <a:endParaRPr sz="1600">
              <a:solidFill>
                <a:srgbClr val="FF0000"/>
              </a:solidFill>
            </a:endParaRPr>
          </a:p>
        </p:txBody>
      </p:sp>
      <p:sp>
        <p:nvSpPr>
          <p:cNvPr id="596" name="Google Shape;596;p67"/>
          <p:cNvSpPr txBox="1"/>
          <p:nvPr/>
        </p:nvSpPr>
        <p:spPr>
          <a:xfrm>
            <a:off x="7247400" y="0"/>
            <a:ext cx="18966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0000"/>
                </a:solidFill>
                <a:latin typeface="Trebuchet MS"/>
                <a:ea typeface="Trebuchet MS"/>
                <a:cs typeface="Trebuchet MS"/>
                <a:sym typeface="Trebuchet MS"/>
              </a:rPr>
              <a:t>SOLUTION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8"/>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Q2: McNuggets</a:t>
            </a:r>
            <a:endParaRPr>
              <a:solidFill>
                <a:srgbClr val="FF0000"/>
              </a:solidFill>
            </a:endParaRPr>
          </a:p>
        </p:txBody>
      </p:sp>
      <p:sp>
        <p:nvSpPr>
          <p:cNvPr id="602" name="Google Shape;602;p68"/>
          <p:cNvSpPr txBox="1"/>
          <p:nvPr>
            <p:ph idx="1" type="body"/>
          </p:nvPr>
        </p:nvSpPr>
        <p:spPr>
          <a:xfrm>
            <a:off x="568350" y="1202388"/>
            <a:ext cx="8007300" cy="2409000"/>
          </a:xfrm>
          <a:prstGeom prst="rect">
            <a:avLst/>
          </a:prstGeom>
        </p:spPr>
        <p:txBody>
          <a:bodyPr anchorCtr="0" anchor="t" bIns="34275" lIns="68575" spcFirstLastPara="1" rIns="68575" wrap="square" tIns="34275">
            <a:noAutofit/>
          </a:bodyPr>
          <a:lstStyle/>
          <a:p>
            <a:pPr indent="0" lvl="0" marL="0" rtl="0" algn="ctr">
              <a:lnSpc>
                <a:spcPct val="150000"/>
              </a:lnSpc>
              <a:spcBef>
                <a:spcPts val="800"/>
              </a:spcBef>
              <a:spcAft>
                <a:spcPts val="0"/>
              </a:spcAft>
              <a:buNone/>
            </a:pPr>
            <a:r>
              <a:rPr lang="en" sz="1600"/>
              <a:t>Now that you have successfully developed an algorithm to determine whether or not you can buy the nuggets, you thought you were in the clear. BUT, your friends are </a:t>
            </a:r>
            <a:r>
              <a:rPr i="1" lang="en" sz="1600"/>
              <a:t>really</a:t>
            </a:r>
            <a:r>
              <a:rPr lang="en" sz="1600"/>
              <a:t> hungry and keep asking you how long until the nuggets arrive.</a:t>
            </a:r>
            <a:endParaRPr sz="1600"/>
          </a:p>
          <a:p>
            <a:pPr indent="0" lvl="0" marL="0" rtl="0" algn="ctr">
              <a:lnSpc>
                <a:spcPct val="150000"/>
              </a:lnSpc>
              <a:spcBef>
                <a:spcPts val="800"/>
              </a:spcBef>
              <a:spcAft>
                <a:spcPts val="0"/>
              </a:spcAft>
              <a:buNone/>
            </a:pPr>
            <a:r>
              <a:rPr lang="en" sz="1600"/>
              <a:t>Do a runtime analysis on an implementation of the recurrence that uses DP.</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9"/>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Q2: McNuggets</a:t>
            </a:r>
            <a:endParaRPr>
              <a:solidFill>
                <a:srgbClr val="FF0000"/>
              </a:solidFill>
            </a:endParaRPr>
          </a:p>
        </p:txBody>
      </p:sp>
      <p:sp>
        <p:nvSpPr>
          <p:cNvPr id="608" name="Google Shape;608;p69"/>
          <p:cNvSpPr txBox="1"/>
          <p:nvPr>
            <p:ph idx="1" type="body"/>
          </p:nvPr>
        </p:nvSpPr>
        <p:spPr>
          <a:xfrm>
            <a:off x="568350" y="1202396"/>
            <a:ext cx="8007300" cy="1711500"/>
          </a:xfrm>
          <a:prstGeom prst="rect">
            <a:avLst/>
          </a:prstGeom>
        </p:spPr>
        <p:txBody>
          <a:bodyPr anchorCtr="0" anchor="t" bIns="34275" lIns="68575" spcFirstLastPara="1" rIns="68575" wrap="square" tIns="34275">
            <a:noAutofit/>
          </a:bodyPr>
          <a:lstStyle/>
          <a:p>
            <a:pPr indent="0" lvl="0" marL="0" rtl="0" algn="ctr">
              <a:lnSpc>
                <a:spcPct val="150000"/>
              </a:lnSpc>
              <a:spcBef>
                <a:spcPts val="800"/>
              </a:spcBef>
              <a:spcAft>
                <a:spcPts val="0"/>
              </a:spcAft>
              <a:buNone/>
            </a:pPr>
            <a:r>
              <a:rPr lang="en" sz="1600"/>
              <a:t>Now that you have successfully developed an algorithm to determine whether or not you can buy the nuggets, you thought you were in the clear. BUT, your friends are </a:t>
            </a:r>
            <a:r>
              <a:rPr i="1" lang="en" sz="1600"/>
              <a:t>really</a:t>
            </a:r>
            <a:r>
              <a:rPr lang="en" sz="1600"/>
              <a:t> hungry and keep asking you how long until the nuggets arrive.</a:t>
            </a:r>
            <a:endParaRPr sz="1600"/>
          </a:p>
          <a:p>
            <a:pPr indent="0" lvl="0" marL="0" rtl="0" algn="ctr">
              <a:lnSpc>
                <a:spcPct val="150000"/>
              </a:lnSpc>
              <a:spcBef>
                <a:spcPts val="800"/>
              </a:spcBef>
              <a:spcAft>
                <a:spcPts val="0"/>
              </a:spcAft>
              <a:buNone/>
            </a:pPr>
            <a:r>
              <a:rPr lang="en" sz="1600"/>
              <a:t>Do a runtime analysis on an implementation of the recurrence that uses DP.</a:t>
            </a:r>
            <a:endParaRPr sz="1600"/>
          </a:p>
        </p:txBody>
      </p:sp>
      <p:sp>
        <p:nvSpPr>
          <p:cNvPr id="609" name="Google Shape;609;p69"/>
          <p:cNvSpPr txBox="1"/>
          <p:nvPr/>
        </p:nvSpPr>
        <p:spPr>
          <a:xfrm>
            <a:off x="7247400" y="0"/>
            <a:ext cx="18966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0000"/>
                </a:solidFill>
                <a:latin typeface="Trebuchet MS"/>
                <a:ea typeface="Trebuchet MS"/>
                <a:cs typeface="Trebuchet MS"/>
                <a:sym typeface="Trebuchet MS"/>
              </a:rPr>
              <a:t>SOLUTION</a:t>
            </a:r>
            <a:endParaRPr/>
          </a:p>
        </p:txBody>
      </p:sp>
      <p:sp>
        <p:nvSpPr>
          <p:cNvPr id="610" name="Google Shape;610;p69"/>
          <p:cNvSpPr txBox="1"/>
          <p:nvPr>
            <p:ph idx="1" type="body"/>
          </p:nvPr>
        </p:nvSpPr>
        <p:spPr>
          <a:xfrm>
            <a:off x="420475" y="2913900"/>
            <a:ext cx="8561700" cy="1711500"/>
          </a:xfrm>
          <a:prstGeom prst="rect">
            <a:avLst/>
          </a:prstGeom>
        </p:spPr>
        <p:txBody>
          <a:bodyPr anchorCtr="0" anchor="t" bIns="34275" lIns="68575" spcFirstLastPara="1" rIns="68575" wrap="square" tIns="34275">
            <a:noAutofit/>
          </a:bodyPr>
          <a:lstStyle/>
          <a:p>
            <a:pPr indent="-298450" lvl="0" marL="457200" rtl="0" algn="l">
              <a:lnSpc>
                <a:spcPct val="150000"/>
              </a:lnSpc>
              <a:spcBef>
                <a:spcPts val="800"/>
              </a:spcBef>
              <a:spcAft>
                <a:spcPts val="0"/>
              </a:spcAft>
              <a:buClr>
                <a:srgbClr val="3F3F3F"/>
              </a:buClr>
              <a:buSzPts val="1100"/>
              <a:buChar char="►"/>
            </a:pPr>
            <a:r>
              <a:rPr lang="en" sz="1600"/>
              <a:t>Making a table for the values </a:t>
            </a:r>
            <a:r>
              <a:rPr i="1" lang="en" sz="1600"/>
              <a:t>S</a:t>
            </a:r>
            <a:r>
              <a:rPr lang="en" sz="1600"/>
              <a:t>(0), </a:t>
            </a:r>
            <a:r>
              <a:rPr i="1" lang="en" sz="1600"/>
              <a:t>S</a:t>
            </a:r>
            <a:r>
              <a:rPr lang="en" sz="1600"/>
              <a:t>(1), …, </a:t>
            </a:r>
            <a:r>
              <a:rPr i="1" lang="en" sz="1600"/>
              <a:t>S</a:t>
            </a:r>
            <a:r>
              <a:rPr lang="en" sz="1600"/>
              <a:t>(</a:t>
            </a:r>
            <a:r>
              <a:rPr i="1" lang="en" sz="1600"/>
              <a:t>t</a:t>
            </a:r>
            <a:r>
              <a:rPr lang="en" sz="1600"/>
              <a:t>), we have </a:t>
            </a:r>
            <a:r>
              <a:rPr i="1" lang="en" sz="1600"/>
              <a:t>t </a:t>
            </a:r>
            <a:r>
              <a:rPr lang="en" sz="1600"/>
              <a:t>+ 1 = </a:t>
            </a:r>
            <a:r>
              <a:rPr lang="en" sz="1600">
                <a:solidFill>
                  <a:srgbClr val="FF0000"/>
                </a:solidFill>
              </a:rPr>
              <a:t>Θ(</a:t>
            </a:r>
            <a:r>
              <a:rPr i="1" lang="en" sz="1600">
                <a:solidFill>
                  <a:srgbClr val="FF0000"/>
                </a:solidFill>
              </a:rPr>
              <a:t>t</a:t>
            </a:r>
            <a:r>
              <a:rPr lang="en" sz="1600">
                <a:solidFill>
                  <a:srgbClr val="FF0000"/>
                </a:solidFill>
              </a:rPr>
              <a:t>) entries </a:t>
            </a:r>
            <a:r>
              <a:rPr lang="en" sz="1600">
                <a:solidFill>
                  <a:srgbClr val="3F3F3F"/>
                </a:solidFill>
              </a:rPr>
              <a:t>to fill out</a:t>
            </a:r>
            <a:endParaRPr sz="1600">
              <a:solidFill>
                <a:srgbClr val="3F3F3F"/>
              </a:solidFill>
            </a:endParaRPr>
          </a:p>
          <a:p>
            <a:pPr indent="-298450" lvl="0" marL="457200" rtl="0" algn="l">
              <a:lnSpc>
                <a:spcPct val="150000"/>
              </a:lnSpc>
              <a:spcBef>
                <a:spcPts val="0"/>
              </a:spcBef>
              <a:spcAft>
                <a:spcPts val="0"/>
              </a:spcAft>
              <a:buClr>
                <a:srgbClr val="3F3F3F"/>
              </a:buClr>
              <a:buSzPts val="1100"/>
              <a:buChar char="►"/>
            </a:pPr>
            <a:r>
              <a:rPr lang="en" sz="1600"/>
              <a:t>For each entry, we do an </a:t>
            </a:r>
            <a:r>
              <a:rPr lang="en" sz="1600">
                <a:solidFill>
                  <a:srgbClr val="FF0000"/>
                </a:solidFill>
              </a:rPr>
              <a:t>OR of </a:t>
            </a:r>
            <a:r>
              <a:rPr i="1" lang="en" sz="1600">
                <a:solidFill>
                  <a:srgbClr val="FF0000"/>
                </a:solidFill>
              </a:rPr>
              <a:t>n</a:t>
            </a:r>
            <a:r>
              <a:rPr lang="en" sz="1600">
                <a:solidFill>
                  <a:srgbClr val="FF0000"/>
                </a:solidFill>
              </a:rPr>
              <a:t> values</a:t>
            </a:r>
            <a:r>
              <a:rPr lang="en" sz="1600"/>
              <a:t> (the number of meal sizes), so each entry takes </a:t>
            </a:r>
            <a:r>
              <a:rPr lang="en" sz="1600">
                <a:solidFill>
                  <a:srgbClr val="FF0000"/>
                </a:solidFill>
              </a:rPr>
              <a:t>O</a:t>
            </a:r>
            <a:r>
              <a:rPr lang="en" sz="1600">
                <a:solidFill>
                  <a:srgbClr val="FF0000"/>
                </a:solidFill>
              </a:rPr>
              <a:t>(</a:t>
            </a:r>
            <a:r>
              <a:rPr i="1" lang="en" sz="1600">
                <a:solidFill>
                  <a:srgbClr val="FF0000"/>
                </a:solidFill>
              </a:rPr>
              <a:t>n</a:t>
            </a:r>
            <a:r>
              <a:rPr lang="en" sz="1600">
                <a:solidFill>
                  <a:srgbClr val="FF0000"/>
                </a:solidFill>
              </a:rPr>
              <a:t>) time to compute</a:t>
            </a:r>
            <a:endParaRPr sz="1600">
              <a:solidFill>
                <a:srgbClr val="FF0000"/>
              </a:solidFill>
            </a:endParaRPr>
          </a:p>
          <a:p>
            <a:pPr indent="-298450" lvl="0" marL="457200" rtl="0" algn="l">
              <a:lnSpc>
                <a:spcPct val="150000"/>
              </a:lnSpc>
              <a:spcBef>
                <a:spcPts val="0"/>
              </a:spcBef>
              <a:spcAft>
                <a:spcPts val="0"/>
              </a:spcAft>
              <a:buClr>
                <a:srgbClr val="3F3F3F"/>
              </a:buClr>
              <a:buSzPts val="1100"/>
              <a:buChar char="►"/>
            </a:pPr>
            <a:r>
              <a:rPr lang="en" sz="1600">
                <a:solidFill>
                  <a:srgbClr val="3F3F3F"/>
                </a:solidFill>
              </a:rPr>
              <a:t>In total,</a:t>
            </a:r>
            <a:r>
              <a:rPr lang="en" sz="1600">
                <a:solidFill>
                  <a:srgbClr val="FF0000"/>
                </a:solidFill>
              </a:rPr>
              <a:t> the time to compute </a:t>
            </a:r>
            <a:r>
              <a:rPr i="1" lang="en" sz="1600">
                <a:solidFill>
                  <a:srgbClr val="FF0000"/>
                </a:solidFill>
              </a:rPr>
              <a:t>S</a:t>
            </a:r>
            <a:r>
              <a:rPr lang="en" sz="1600">
                <a:solidFill>
                  <a:srgbClr val="FF0000"/>
                </a:solidFill>
              </a:rPr>
              <a:t>(</a:t>
            </a:r>
            <a:r>
              <a:rPr i="1" lang="en" sz="1600">
                <a:solidFill>
                  <a:srgbClr val="FF0000"/>
                </a:solidFill>
              </a:rPr>
              <a:t>t</a:t>
            </a:r>
            <a:r>
              <a:rPr lang="en" sz="1600">
                <a:solidFill>
                  <a:srgbClr val="FF0000"/>
                </a:solidFill>
              </a:rPr>
              <a:t>) is O(</a:t>
            </a:r>
            <a:r>
              <a:rPr i="1" lang="en" sz="1600">
                <a:solidFill>
                  <a:srgbClr val="FF0000"/>
                </a:solidFill>
              </a:rPr>
              <a:t>t</a:t>
            </a:r>
            <a:r>
              <a:rPr lang="en" sz="1600">
                <a:solidFill>
                  <a:srgbClr val="FF0000"/>
                </a:solidFill>
              </a:rPr>
              <a:t> * </a:t>
            </a:r>
            <a:r>
              <a:rPr i="1" lang="en" sz="1600">
                <a:solidFill>
                  <a:srgbClr val="FF0000"/>
                </a:solidFill>
              </a:rPr>
              <a:t>n</a:t>
            </a:r>
            <a:r>
              <a:rPr lang="en" sz="1600">
                <a:solidFill>
                  <a:srgbClr val="FF0000"/>
                </a:solidFill>
              </a:rPr>
              <a:t>)</a:t>
            </a:r>
            <a:endParaRPr sz="16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0"/>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Attendance</a:t>
            </a:r>
            <a:endParaRPr/>
          </a:p>
        </p:txBody>
      </p:sp>
      <p:pic>
        <p:nvPicPr>
          <p:cNvPr id="616" name="Google Shape;616;p70"/>
          <p:cNvPicPr preferRelativeResize="0"/>
          <p:nvPr/>
        </p:nvPicPr>
        <p:blipFill>
          <a:blip r:embed="rId3">
            <a:alphaModFix/>
          </a:blip>
          <a:stretch>
            <a:fillRect/>
          </a:stretch>
        </p:blipFill>
        <p:spPr>
          <a:xfrm>
            <a:off x="2753849" y="753600"/>
            <a:ext cx="3636299" cy="3636299"/>
          </a:xfrm>
          <a:prstGeom prst="rect">
            <a:avLst/>
          </a:prstGeom>
          <a:noFill/>
          <a:ln>
            <a:noFill/>
          </a:ln>
        </p:spPr>
      </p:pic>
      <p:pic>
        <p:nvPicPr>
          <p:cNvPr id="617" name="Google Shape;617;p70"/>
          <p:cNvPicPr preferRelativeResize="0"/>
          <p:nvPr/>
        </p:nvPicPr>
        <p:blipFill>
          <a:blip r:embed="rId4">
            <a:alphaModFix/>
          </a:blip>
          <a:stretch>
            <a:fillRect/>
          </a:stretch>
        </p:blipFill>
        <p:spPr>
          <a:xfrm>
            <a:off x="6822032" y="753600"/>
            <a:ext cx="1809368" cy="3487025"/>
          </a:xfrm>
          <a:prstGeom prst="rect">
            <a:avLst/>
          </a:prstGeom>
          <a:noFill/>
          <a:ln>
            <a:noFill/>
          </a:ln>
        </p:spPr>
      </p:pic>
      <p:pic>
        <p:nvPicPr>
          <p:cNvPr id="618" name="Google Shape;618;p70"/>
          <p:cNvPicPr preferRelativeResize="0"/>
          <p:nvPr/>
        </p:nvPicPr>
        <p:blipFill>
          <a:blip r:embed="rId5">
            <a:alphaModFix/>
          </a:blip>
          <a:stretch>
            <a:fillRect/>
          </a:stretch>
        </p:blipFill>
        <p:spPr>
          <a:xfrm>
            <a:off x="443950" y="1052011"/>
            <a:ext cx="2030100" cy="31886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1"/>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Q3: Longest Arithmetic Subsequence</a:t>
            </a:r>
            <a:endParaRPr>
              <a:solidFill>
                <a:srgbClr val="FF0000"/>
              </a:solidFill>
            </a:endParaRPr>
          </a:p>
        </p:txBody>
      </p:sp>
      <p:sp>
        <p:nvSpPr>
          <p:cNvPr id="624" name="Google Shape;624;p71"/>
          <p:cNvSpPr txBox="1"/>
          <p:nvPr>
            <p:ph idx="1" type="body"/>
          </p:nvPr>
        </p:nvSpPr>
        <p:spPr>
          <a:xfrm>
            <a:off x="308050" y="1202400"/>
            <a:ext cx="8523300" cy="2409000"/>
          </a:xfrm>
          <a:prstGeom prst="rect">
            <a:avLst/>
          </a:prstGeom>
        </p:spPr>
        <p:txBody>
          <a:bodyPr anchorCtr="0" anchor="t" bIns="34275" lIns="68575" spcFirstLastPara="1" rIns="68575" wrap="square" tIns="34275">
            <a:noAutofit/>
          </a:bodyPr>
          <a:lstStyle/>
          <a:p>
            <a:pPr indent="0" lvl="0" marL="0" rtl="0" algn="ctr">
              <a:lnSpc>
                <a:spcPct val="115000"/>
              </a:lnSpc>
              <a:spcBef>
                <a:spcPts val="800"/>
              </a:spcBef>
              <a:spcAft>
                <a:spcPts val="0"/>
              </a:spcAft>
              <a:buNone/>
            </a:pPr>
            <a:r>
              <a:rPr lang="en" sz="1600"/>
              <a:t>LAS(</a:t>
            </a:r>
            <a:r>
              <a:rPr i="1" lang="en" sz="1600"/>
              <a:t>A</a:t>
            </a:r>
            <a:r>
              <a:rPr lang="en" sz="1600"/>
              <a:t>, </a:t>
            </a:r>
            <a:r>
              <a:rPr i="1" lang="en" sz="1600"/>
              <a:t>d</a:t>
            </a:r>
            <a:r>
              <a:rPr lang="en" sz="1600"/>
              <a:t>): Given an array of integers </a:t>
            </a:r>
            <a:r>
              <a:rPr i="1" lang="en" sz="1600"/>
              <a:t>A</a:t>
            </a:r>
            <a:r>
              <a:rPr lang="en" sz="1600"/>
              <a:t> and a difference </a:t>
            </a:r>
            <a:r>
              <a:rPr i="1" lang="en" sz="1600"/>
              <a:t>d</a:t>
            </a:r>
            <a:r>
              <a:rPr lang="en" sz="1600"/>
              <a:t>, return the length of any longest arithmetic subsequence in </a:t>
            </a:r>
            <a:r>
              <a:rPr i="1" lang="en" sz="1600"/>
              <a:t>A</a:t>
            </a:r>
            <a:r>
              <a:rPr lang="en" sz="1600"/>
              <a:t> with difference </a:t>
            </a:r>
            <a:r>
              <a:rPr i="1" lang="en" sz="1600"/>
              <a:t>d</a:t>
            </a:r>
            <a:r>
              <a:rPr lang="en" sz="1600"/>
              <a:t>. That is, return the length of a longest (not necessarily contiguous) subsequence </a:t>
            </a:r>
            <a:r>
              <a:rPr i="1" lang="en" sz="1600"/>
              <a:t>S</a:t>
            </a:r>
            <a:r>
              <a:rPr lang="en" sz="1600"/>
              <a:t> of </a:t>
            </a:r>
            <a:r>
              <a:rPr i="1" lang="en" sz="1600"/>
              <a:t>A</a:t>
            </a:r>
            <a:r>
              <a:rPr lang="en" sz="1600"/>
              <a:t> such that </a:t>
            </a:r>
            <a:r>
              <a:rPr i="1" lang="en" sz="1600"/>
              <a:t>S</a:t>
            </a:r>
            <a:r>
              <a:rPr lang="en" sz="1600"/>
              <a:t>[</a:t>
            </a:r>
            <a:r>
              <a:rPr i="1" lang="en" sz="1600"/>
              <a:t>i</a:t>
            </a:r>
            <a:r>
              <a:rPr lang="en" sz="1600"/>
              <a:t>+1] − </a:t>
            </a:r>
            <a:r>
              <a:rPr i="1" lang="en" sz="1600"/>
              <a:t>S</a:t>
            </a:r>
            <a:r>
              <a:rPr lang="en" sz="1600"/>
              <a:t>[</a:t>
            </a:r>
            <a:r>
              <a:rPr i="1" lang="en" sz="1600"/>
              <a:t>i</a:t>
            </a:r>
            <a:r>
              <a:rPr lang="en" sz="1600"/>
              <a:t>] = </a:t>
            </a:r>
            <a:r>
              <a:rPr i="1" lang="en" sz="1600"/>
              <a:t>d</a:t>
            </a:r>
            <a:r>
              <a:rPr lang="en" sz="1600"/>
              <a:t> for each </a:t>
            </a:r>
            <a:r>
              <a:rPr i="1" lang="en" sz="1600"/>
              <a:t>i</a:t>
            </a:r>
            <a:r>
              <a:rPr lang="en" sz="1600"/>
              <a:t>.</a:t>
            </a:r>
            <a:endParaRPr sz="1600"/>
          </a:p>
          <a:p>
            <a:pPr indent="0" lvl="0" marL="0" rtl="0" algn="ctr">
              <a:lnSpc>
                <a:spcPct val="115000"/>
              </a:lnSpc>
              <a:spcBef>
                <a:spcPts val="800"/>
              </a:spcBef>
              <a:spcAft>
                <a:spcPts val="0"/>
              </a:spcAft>
              <a:buClr>
                <a:schemeClr val="dk1"/>
              </a:buClr>
              <a:buSzPts val="1100"/>
              <a:buFont typeface="Arial"/>
              <a:buNone/>
            </a:pPr>
            <a:r>
              <a:rPr lang="en" sz="1600"/>
              <a:t>Give a recurrence relation for LAS suitable for DP.</a:t>
            </a:r>
            <a:endParaRPr sz="1600"/>
          </a:p>
          <a:p>
            <a:pPr indent="0" lvl="0" marL="0" rtl="0" algn="ctr">
              <a:lnSpc>
                <a:spcPct val="150000"/>
              </a:lnSpc>
              <a:spcBef>
                <a:spcPts val="800"/>
              </a:spcBef>
              <a:spcAft>
                <a:spcPts val="0"/>
              </a:spcAft>
              <a:buNone/>
            </a:pPr>
            <a:r>
              <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2"/>
          <p:cNvSpPr txBox="1"/>
          <p:nvPr>
            <p:ph type="title"/>
          </p:nvPr>
        </p:nvSpPr>
        <p:spPr>
          <a:xfrm>
            <a:off x="508000" y="457200"/>
            <a:ext cx="8123400" cy="745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Q3: Longest Arithmetic Subsequence</a:t>
            </a:r>
            <a:endParaRPr>
              <a:solidFill>
                <a:srgbClr val="FF0000"/>
              </a:solidFill>
            </a:endParaRPr>
          </a:p>
        </p:txBody>
      </p:sp>
      <p:sp>
        <p:nvSpPr>
          <p:cNvPr id="630" name="Google Shape;630;p72"/>
          <p:cNvSpPr txBox="1"/>
          <p:nvPr>
            <p:ph idx="1" type="body"/>
          </p:nvPr>
        </p:nvSpPr>
        <p:spPr>
          <a:xfrm>
            <a:off x="308050" y="1202400"/>
            <a:ext cx="8523300" cy="1678500"/>
          </a:xfrm>
          <a:prstGeom prst="rect">
            <a:avLst/>
          </a:prstGeom>
        </p:spPr>
        <p:txBody>
          <a:bodyPr anchorCtr="0" anchor="t" bIns="34275" lIns="68575" spcFirstLastPara="1" rIns="68575" wrap="square" tIns="34275">
            <a:noAutofit/>
          </a:bodyPr>
          <a:lstStyle/>
          <a:p>
            <a:pPr indent="0" lvl="0" marL="0" rtl="0" algn="ctr">
              <a:lnSpc>
                <a:spcPct val="115000"/>
              </a:lnSpc>
              <a:spcBef>
                <a:spcPts val="800"/>
              </a:spcBef>
              <a:spcAft>
                <a:spcPts val="0"/>
              </a:spcAft>
              <a:buNone/>
            </a:pPr>
            <a:r>
              <a:rPr lang="en" sz="1600"/>
              <a:t>LAS(</a:t>
            </a:r>
            <a:r>
              <a:rPr i="1" lang="en" sz="1600"/>
              <a:t>A</a:t>
            </a:r>
            <a:r>
              <a:rPr lang="en" sz="1600"/>
              <a:t>, </a:t>
            </a:r>
            <a:r>
              <a:rPr i="1" lang="en" sz="1600"/>
              <a:t>d</a:t>
            </a:r>
            <a:r>
              <a:rPr lang="en" sz="1600"/>
              <a:t>): Given an array of integers </a:t>
            </a:r>
            <a:r>
              <a:rPr i="1" lang="en" sz="1600"/>
              <a:t>A</a:t>
            </a:r>
            <a:r>
              <a:rPr lang="en" sz="1600"/>
              <a:t> and a difference </a:t>
            </a:r>
            <a:r>
              <a:rPr i="1" lang="en" sz="1600"/>
              <a:t>d</a:t>
            </a:r>
            <a:r>
              <a:rPr lang="en" sz="1600"/>
              <a:t>, return the length of any longest arithmetic subsequence in </a:t>
            </a:r>
            <a:r>
              <a:rPr i="1" lang="en" sz="1600"/>
              <a:t>A</a:t>
            </a:r>
            <a:r>
              <a:rPr lang="en" sz="1600"/>
              <a:t> with difference </a:t>
            </a:r>
            <a:r>
              <a:rPr i="1" lang="en" sz="1600"/>
              <a:t>d</a:t>
            </a:r>
            <a:r>
              <a:rPr lang="en" sz="1600"/>
              <a:t>. That is, return the length of a longest (not necessarily contiguous) subsequence </a:t>
            </a:r>
            <a:r>
              <a:rPr i="1" lang="en" sz="1600"/>
              <a:t>S</a:t>
            </a:r>
            <a:r>
              <a:rPr lang="en" sz="1600"/>
              <a:t> of </a:t>
            </a:r>
            <a:r>
              <a:rPr i="1" lang="en" sz="1600"/>
              <a:t>A</a:t>
            </a:r>
            <a:r>
              <a:rPr lang="en" sz="1600"/>
              <a:t> such that </a:t>
            </a:r>
            <a:r>
              <a:rPr i="1" lang="en" sz="1600"/>
              <a:t>S</a:t>
            </a:r>
            <a:r>
              <a:rPr lang="en" sz="1600"/>
              <a:t>[</a:t>
            </a:r>
            <a:r>
              <a:rPr i="1" lang="en" sz="1600"/>
              <a:t>i</a:t>
            </a:r>
            <a:r>
              <a:rPr lang="en" sz="1600"/>
              <a:t>+1] − </a:t>
            </a:r>
            <a:r>
              <a:rPr i="1" lang="en" sz="1600"/>
              <a:t>S</a:t>
            </a:r>
            <a:r>
              <a:rPr lang="en" sz="1600"/>
              <a:t>[</a:t>
            </a:r>
            <a:r>
              <a:rPr i="1" lang="en" sz="1600"/>
              <a:t>i</a:t>
            </a:r>
            <a:r>
              <a:rPr lang="en" sz="1600"/>
              <a:t>] = </a:t>
            </a:r>
            <a:r>
              <a:rPr i="1" lang="en" sz="1600"/>
              <a:t>d</a:t>
            </a:r>
            <a:r>
              <a:rPr lang="en" sz="1600"/>
              <a:t> for each </a:t>
            </a:r>
            <a:r>
              <a:rPr i="1" lang="en" sz="1600"/>
              <a:t>i</a:t>
            </a:r>
            <a:r>
              <a:rPr lang="en" sz="1600"/>
              <a:t>.</a:t>
            </a:r>
            <a:endParaRPr sz="1600"/>
          </a:p>
          <a:p>
            <a:pPr indent="0" lvl="0" marL="0" rtl="0" algn="ctr">
              <a:lnSpc>
                <a:spcPct val="115000"/>
              </a:lnSpc>
              <a:spcBef>
                <a:spcPts val="800"/>
              </a:spcBef>
              <a:spcAft>
                <a:spcPts val="0"/>
              </a:spcAft>
              <a:buNone/>
            </a:pPr>
            <a:r>
              <a:rPr lang="en" sz="1600"/>
              <a:t>Give a recurrence relation for LAS suitable for DP.</a:t>
            </a:r>
            <a:endParaRPr sz="1600"/>
          </a:p>
          <a:p>
            <a:pPr indent="0" lvl="0" marL="0" rtl="0" algn="ctr">
              <a:lnSpc>
                <a:spcPct val="150000"/>
              </a:lnSpc>
              <a:spcBef>
                <a:spcPts val="800"/>
              </a:spcBef>
              <a:spcAft>
                <a:spcPts val="0"/>
              </a:spcAft>
              <a:buNone/>
            </a:pPr>
            <a:r>
              <a:t/>
            </a:r>
            <a:endParaRPr sz="1600"/>
          </a:p>
        </p:txBody>
      </p:sp>
      <p:sp>
        <p:nvSpPr>
          <p:cNvPr id="631" name="Google Shape;631;p72"/>
          <p:cNvSpPr txBox="1"/>
          <p:nvPr/>
        </p:nvSpPr>
        <p:spPr>
          <a:xfrm>
            <a:off x="7247400" y="0"/>
            <a:ext cx="18966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0000"/>
                </a:solidFill>
                <a:latin typeface="Trebuchet MS"/>
                <a:ea typeface="Trebuchet MS"/>
                <a:cs typeface="Trebuchet MS"/>
                <a:sym typeface="Trebuchet MS"/>
              </a:rPr>
              <a:t>SOLUTION</a:t>
            </a:r>
            <a:endParaRPr/>
          </a:p>
        </p:txBody>
      </p:sp>
      <p:sp>
        <p:nvSpPr>
          <p:cNvPr id="632" name="Google Shape;632;p72"/>
          <p:cNvSpPr txBox="1"/>
          <p:nvPr>
            <p:ph idx="1" type="body"/>
          </p:nvPr>
        </p:nvSpPr>
        <p:spPr>
          <a:xfrm>
            <a:off x="310350" y="2571750"/>
            <a:ext cx="8523300" cy="2157600"/>
          </a:xfrm>
          <a:prstGeom prst="rect">
            <a:avLst/>
          </a:prstGeom>
        </p:spPr>
        <p:txBody>
          <a:bodyPr anchorCtr="0" anchor="t" bIns="34275" lIns="68575" spcFirstLastPara="1" rIns="68575" wrap="square" tIns="34275">
            <a:noAutofit/>
          </a:bodyPr>
          <a:lstStyle/>
          <a:p>
            <a:pPr indent="-298450" lvl="0" marL="457200" rtl="0" algn="l">
              <a:lnSpc>
                <a:spcPct val="150000"/>
              </a:lnSpc>
              <a:spcBef>
                <a:spcPts val="800"/>
              </a:spcBef>
              <a:spcAft>
                <a:spcPts val="0"/>
              </a:spcAft>
              <a:buSzPts val="1100"/>
              <a:buChar char="►"/>
            </a:pPr>
            <a:r>
              <a:rPr lang="en" sz="1600"/>
              <a:t>Let </a:t>
            </a:r>
            <a:r>
              <a:rPr i="1" lang="en" sz="1600"/>
              <a:t>L</a:t>
            </a:r>
            <a:r>
              <a:rPr lang="en" sz="1600"/>
              <a:t>[</a:t>
            </a:r>
            <a:r>
              <a:rPr i="1" lang="en" sz="1600"/>
              <a:t>i</a:t>
            </a:r>
            <a:r>
              <a:rPr lang="en" sz="1600"/>
              <a:t>] for </a:t>
            </a:r>
            <a:r>
              <a:rPr i="1" lang="en" sz="1600"/>
              <a:t>i</a:t>
            </a:r>
            <a:r>
              <a:rPr lang="en" sz="1600"/>
              <a:t> = 1, …, </a:t>
            </a:r>
            <a:r>
              <a:rPr i="1" lang="en" sz="1600"/>
              <a:t>n</a:t>
            </a:r>
            <a:r>
              <a:rPr lang="en" sz="1600"/>
              <a:t> be the longest </a:t>
            </a:r>
            <a:r>
              <a:rPr lang="en" sz="1600"/>
              <a:t>arithmetic</a:t>
            </a:r>
            <a:r>
              <a:rPr lang="en" sz="1600"/>
              <a:t> subsequence of </a:t>
            </a:r>
            <a:r>
              <a:rPr i="1" lang="en" sz="1600"/>
              <a:t>A</a:t>
            </a:r>
            <a:r>
              <a:rPr lang="en" sz="1600"/>
              <a:t>[1, …, </a:t>
            </a:r>
            <a:r>
              <a:rPr i="1" lang="en" sz="1600"/>
              <a:t>n</a:t>
            </a:r>
            <a:r>
              <a:rPr lang="en" sz="1600"/>
              <a:t>] with difference </a:t>
            </a:r>
            <a:r>
              <a:rPr i="1" lang="en" sz="1600"/>
              <a:t>d</a:t>
            </a:r>
            <a:r>
              <a:rPr lang="en" sz="1600"/>
              <a:t> </a:t>
            </a:r>
            <a:r>
              <a:rPr lang="en" sz="1600">
                <a:solidFill>
                  <a:srgbClr val="FF0000"/>
                </a:solidFill>
              </a:rPr>
              <a:t>ending at index </a:t>
            </a:r>
            <a:r>
              <a:rPr i="1" lang="en" sz="1600">
                <a:solidFill>
                  <a:srgbClr val="FF0000"/>
                </a:solidFill>
              </a:rPr>
              <a:t>i</a:t>
            </a:r>
            <a:endParaRPr sz="1600">
              <a:solidFill>
                <a:srgbClr val="FF0000"/>
              </a:solidFill>
            </a:endParaRPr>
          </a:p>
          <a:p>
            <a:pPr indent="-298450" lvl="0" marL="457200" rtl="0" algn="l">
              <a:lnSpc>
                <a:spcPct val="150000"/>
              </a:lnSpc>
              <a:spcBef>
                <a:spcPts val="0"/>
              </a:spcBef>
              <a:spcAft>
                <a:spcPts val="0"/>
              </a:spcAft>
              <a:buClr>
                <a:srgbClr val="3F3F3F"/>
              </a:buClr>
              <a:buSzPts val="1100"/>
              <a:buChar char="►"/>
            </a:pPr>
            <a:r>
              <a:rPr lang="en" sz="1600">
                <a:solidFill>
                  <a:srgbClr val="3F3F3F"/>
                </a:solidFill>
              </a:rPr>
              <a:t>Look at all of the values </a:t>
            </a:r>
            <a:r>
              <a:rPr i="1" lang="en" sz="1600">
                <a:solidFill>
                  <a:srgbClr val="FF0000"/>
                </a:solidFill>
              </a:rPr>
              <a:t>L</a:t>
            </a:r>
            <a:r>
              <a:rPr lang="en" sz="1600">
                <a:solidFill>
                  <a:srgbClr val="FF0000"/>
                </a:solidFill>
              </a:rPr>
              <a:t>[</a:t>
            </a:r>
            <a:r>
              <a:rPr i="1" lang="en" sz="1600">
                <a:solidFill>
                  <a:srgbClr val="FF0000"/>
                </a:solidFill>
              </a:rPr>
              <a:t>j</a:t>
            </a:r>
            <a:r>
              <a:rPr lang="en" sz="1600">
                <a:solidFill>
                  <a:srgbClr val="FF0000"/>
                </a:solidFill>
              </a:rPr>
              <a:t>]</a:t>
            </a:r>
            <a:r>
              <a:rPr lang="en" sz="1600">
                <a:solidFill>
                  <a:srgbClr val="3F3F3F"/>
                </a:solidFill>
              </a:rPr>
              <a:t> where </a:t>
            </a:r>
            <a:r>
              <a:rPr i="1" lang="en" sz="1600">
                <a:solidFill>
                  <a:srgbClr val="FF0000"/>
                </a:solidFill>
              </a:rPr>
              <a:t>j</a:t>
            </a:r>
            <a:r>
              <a:rPr lang="en" sz="1600">
                <a:solidFill>
                  <a:srgbClr val="FF0000"/>
                </a:solidFill>
              </a:rPr>
              <a:t> &lt; </a:t>
            </a:r>
            <a:r>
              <a:rPr i="1" lang="en" sz="1600">
                <a:solidFill>
                  <a:srgbClr val="FF0000"/>
                </a:solidFill>
              </a:rPr>
              <a:t>i</a:t>
            </a:r>
            <a:r>
              <a:rPr lang="en" sz="1600">
                <a:solidFill>
                  <a:srgbClr val="FF0000"/>
                </a:solidFill>
              </a:rPr>
              <a:t> </a:t>
            </a:r>
            <a:r>
              <a:rPr lang="en" sz="1600">
                <a:solidFill>
                  <a:srgbClr val="3F3F3F"/>
                </a:solidFill>
              </a:rPr>
              <a:t>AND </a:t>
            </a:r>
            <a:r>
              <a:rPr i="1" lang="en" sz="1600">
                <a:solidFill>
                  <a:srgbClr val="FF0000"/>
                </a:solidFill>
              </a:rPr>
              <a:t>A</a:t>
            </a:r>
            <a:r>
              <a:rPr lang="en" sz="1600">
                <a:solidFill>
                  <a:srgbClr val="FF0000"/>
                </a:solidFill>
              </a:rPr>
              <a:t>[</a:t>
            </a:r>
            <a:r>
              <a:rPr i="1" lang="en" sz="1600">
                <a:solidFill>
                  <a:srgbClr val="FF0000"/>
                </a:solidFill>
              </a:rPr>
              <a:t>i</a:t>
            </a:r>
            <a:r>
              <a:rPr lang="en" sz="1600">
                <a:solidFill>
                  <a:srgbClr val="FF0000"/>
                </a:solidFill>
              </a:rPr>
              <a:t>] - </a:t>
            </a:r>
            <a:r>
              <a:rPr i="1" lang="en" sz="1600">
                <a:solidFill>
                  <a:srgbClr val="FF0000"/>
                </a:solidFill>
              </a:rPr>
              <a:t>A</a:t>
            </a:r>
            <a:r>
              <a:rPr lang="en" sz="1600">
                <a:solidFill>
                  <a:srgbClr val="FF0000"/>
                </a:solidFill>
              </a:rPr>
              <a:t>[</a:t>
            </a:r>
            <a:r>
              <a:rPr i="1" lang="en" sz="1600">
                <a:solidFill>
                  <a:srgbClr val="FF0000"/>
                </a:solidFill>
              </a:rPr>
              <a:t>j</a:t>
            </a:r>
            <a:r>
              <a:rPr lang="en" sz="1600">
                <a:solidFill>
                  <a:srgbClr val="FF0000"/>
                </a:solidFill>
              </a:rPr>
              <a:t>] = </a:t>
            </a:r>
            <a:r>
              <a:rPr i="1" lang="en" sz="1600">
                <a:solidFill>
                  <a:srgbClr val="FF0000"/>
                </a:solidFill>
              </a:rPr>
              <a:t>d</a:t>
            </a:r>
            <a:endParaRPr i="1" sz="1600">
              <a:solidFill>
                <a:srgbClr val="FF0000"/>
              </a:solidFill>
            </a:endParaRPr>
          </a:p>
          <a:p>
            <a:pPr indent="-298450" lvl="1" marL="914400" rtl="0" algn="l">
              <a:lnSpc>
                <a:spcPct val="150000"/>
              </a:lnSpc>
              <a:spcBef>
                <a:spcPts val="0"/>
              </a:spcBef>
              <a:spcAft>
                <a:spcPts val="0"/>
              </a:spcAft>
              <a:buClr>
                <a:srgbClr val="3F3F3F"/>
              </a:buClr>
              <a:buSzPts val="1100"/>
              <a:buChar char="►"/>
            </a:pPr>
            <a:r>
              <a:rPr lang="en" sz="1600">
                <a:solidFill>
                  <a:srgbClr val="3F3F3F"/>
                </a:solidFill>
              </a:rPr>
              <a:t>Add </a:t>
            </a:r>
            <a:r>
              <a:rPr lang="en" sz="1600">
                <a:solidFill>
                  <a:srgbClr val="FF0000"/>
                </a:solidFill>
              </a:rPr>
              <a:t>+1</a:t>
            </a:r>
            <a:r>
              <a:rPr lang="en" sz="1600">
                <a:solidFill>
                  <a:srgbClr val="3F3F3F"/>
                </a:solidFill>
              </a:rPr>
              <a:t> to the </a:t>
            </a:r>
            <a:r>
              <a:rPr lang="en" sz="1600">
                <a:solidFill>
                  <a:srgbClr val="FF0000"/>
                </a:solidFill>
              </a:rPr>
              <a:t>biggest value</a:t>
            </a:r>
            <a:endParaRPr sz="1600">
              <a:solidFill>
                <a:srgbClr val="FF0000"/>
              </a:solidFill>
            </a:endParaRPr>
          </a:p>
          <a:p>
            <a:pPr indent="-298450" lvl="1" marL="914400" rtl="0" algn="l">
              <a:lnSpc>
                <a:spcPct val="150000"/>
              </a:lnSpc>
              <a:spcBef>
                <a:spcPts val="0"/>
              </a:spcBef>
              <a:spcAft>
                <a:spcPts val="0"/>
              </a:spcAft>
              <a:buClr>
                <a:srgbClr val="3F3F3F"/>
              </a:buClr>
              <a:buSzPts val="1100"/>
              <a:buChar char="►"/>
            </a:pPr>
            <a:r>
              <a:rPr lang="en" sz="1600">
                <a:solidFill>
                  <a:srgbClr val="3F3F3F"/>
                </a:solidFill>
              </a:rPr>
              <a:t>If there are</a:t>
            </a:r>
            <a:r>
              <a:rPr lang="en" sz="1600">
                <a:solidFill>
                  <a:srgbClr val="FF0000"/>
                </a:solidFill>
              </a:rPr>
              <a:t> no such </a:t>
            </a:r>
            <a:r>
              <a:rPr i="1" lang="en" sz="1600">
                <a:solidFill>
                  <a:srgbClr val="FF0000"/>
                </a:solidFill>
              </a:rPr>
              <a:t>j</a:t>
            </a:r>
            <a:r>
              <a:rPr lang="en" sz="1600">
                <a:solidFill>
                  <a:srgbClr val="FF0000"/>
                </a:solidFill>
              </a:rPr>
              <a:t>, then set L[i] = 1</a:t>
            </a:r>
            <a:endParaRPr sz="1600">
              <a:solidFill>
                <a:srgbClr val="FF0000"/>
              </a:solidFill>
            </a:endParaRPr>
          </a:p>
          <a:p>
            <a:pPr indent="-298450" lvl="0" marL="457200" rtl="0" algn="l">
              <a:lnSpc>
                <a:spcPct val="150000"/>
              </a:lnSpc>
              <a:spcBef>
                <a:spcPts val="0"/>
              </a:spcBef>
              <a:spcAft>
                <a:spcPts val="0"/>
              </a:spcAft>
              <a:buClr>
                <a:srgbClr val="3F3F3F"/>
              </a:buClr>
              <a:buSzPts val="1100"/>
              <a:buChar char="►"/>
            </a:pPr>
            <a:r>
              <a:rPr lang="en" sz="1600">
                <a:solidFill>
                  <a:srgbClr val="3F3F3F"/>
                </a:solidFill>
              </a:rPr>
              <a:t>Take the </a:t>
            </a:r>
            <a:r>
              <a:rPr lang="en" sz="1600">
                <a:solidFill>
                  <a:srgbClr val="FF0000"/>
                </a:solidFill>
              </a:rPr>
              <a:t>max of the </a:t>
            </a:r>
            <a:r>
              <a:rPr i="1" lang="en" sz="1600">
                <a:solidFill>
                  <a:srgbClr val="FF0000"/>
                </a:solidFill>
              </a:rPr>
              <a:t>L</a:t>
            </a:r>
            <a:r>
              <a:rPr lang="en" sz="1600">
                <a:solidFill>
                  <a:srgbClr val="FF0000"/>
                </a:solidFill>
              </a:rPr>
              <a:t>[</a:t>
            </a:r>
            <a:r>
              <a:rPr i="1" lang="en" sz="1600">
                <a:solidFill>
                  <a:srgbClr val="FF0000"/>
                </a:solidFill>
              </a:rPr>
              <a:t>i</a:t>
            </a:r>
            <a:r>
              <a:rPr lang="en" sz="1600">
                <a:solidFill>
                  <a:srgbClr val="FF0000"/>
                </a:solidFill>
              </a:rPr>
              <a:t>]</a:t>
            </a:r>
            <a:endParaRPr sz="16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EECS376-Blue">
  <a:themeElements>
    <a:clrScheme name="Custom 4">
      <a:dk1>
        <a:srgbClr val="000000"/>
      </a:dk1>
      <a:lt1>
        <a:srgbClr val="FFFFFF"/>
      </a:lt1>
      <a:dk2>
        <a:srgbClr val="242852"/>
      </a:dk2>
      <a:lt2>
        <a:srgbClr val="ACCBF9"/>
      </a:lt2>
      <a:accent1>
        <a:srgbClr val="00274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ECS376-Blue">
  <a:themeElements>
    <a:clrScheme name="Custom 4">
      <a:dk1>
        <a:srgbClr val="000000"/>
      </a:dk1>
      <a:lt1>
        <a:srgbClr val="FFFFFF"/>
      </a:lt1>
      <a:dk2>
        <a:srgbClr val="242852"/>
      </a:dk2>
      <a:lt2>
        <a:srgbClr val="ACCBF9"/>
      </a:lt2>
      <a:accent1>
        <a:srgbClr val="00274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